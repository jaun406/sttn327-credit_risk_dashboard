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72" r:id="rId4"/>
    <p:sldId id="266" r:id="rId5"/>
    <p:sldId id="258" r:id="rId6"/>
    <p:sldId id="263" r:id="rId7"/>
    <p:sldId id="260" r:id="rId8"/>
    <p:sldId id="267" r:id="rId9"/>
    <p:sldId id="265" r:id="rId10"/>
    <p:sldId id="268" r:id="rId11"/>
    <p:sldId id="271" r:id="rId12"/>
    <p:sldId id="261"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112B74-139D-452E-B402-BBC19F6CF8EC}" v="174" dt="2026-10-15T14:33:33.9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21" autoAdjust="0"/>
    <p:restoredTop sz="93487" autoAdjust="0"/>
  </p:normalViewPr>
  <p:slideViewPr>
    <p:cSldViewPr snapToGrid="0" snapToObjects="1">
      <p:cViewPr varScale="1">
        <p:scale>
          <a:sx n="70" d="100"/>
          <a:sy n="70" d="100"/>
        </p:scale>
        <p:origin x="732" y="60"/>
      </p:cViewPr>
      <p:guideLst>
        <p:guide orient="horz" pos="2160"/>
        <p:guide pos="2880"/>
      </p:guideLst>
    </p:cSldViewPr>
  </p:slideViewPr>
  <p:outlineViewPr>
    <p:cViewPr>
      <p:scale>
        <a:sx n="33" d="100"/>
        <a:sy n="33" d="100"/>
      </p:scale>
      <p:origin x="0" y="0"/>
    </p:cViewPr>
  </p:outlin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uis-Bosch Malan" userId="67d63ac36b593411" providerId="LiveId" clId="{70063C88-AE20-4B97-A504-785602946100}"/>
    <pc:docChg chg="undo custSel addSld delSld modSld sldOrd">
      <pc:chgData name="Louis-Bosch Malan" userId="67d63ac36b593411" providerId="LiveId" clId="{70063C88-AE20-4B97-A504-785602946100}" dt="2026-10-15T14:37:14.171" v="818" actId="1076"/>
      <pc:docMkLst>
        <pc:docMk/>
      </pc:docMkLst>
      <pc:sldChg chg="modSp mod modNotesTx">
        <pc:chgData name="Louis-Bosch Malan" userId="67d63ac36b593411" providerId="LiveId" clId="{70063C88-AE20-4B97-A504-785602946100}" dt="2026-10-15T09:05:49.440" v="378" actId="20577"/>
        <pc:sldMkLst>
          <pc:docMk/>
          <pc:sldMk cId="0" sldId="257"/>
        </pc:sldMkLst>
        <pc:spChg chg="mod">
          <ac:chgData name="Louis-Bosch Malan" userId="67d63ac36b593411" providerId="LiveId" clId="{70063C88-AE20-4B97-A504-785602946100}" dt="2026-10-09T14:07:10.436" v="20" actId="1076"/>
          <ac:spMkLst>
            <pc:docMk/>
            <pc:sldMk cId="0" sldId="257"/>
            <ac:spMk id="2" creationId="{00000000-0000-0000-0000-000000000000}"/>
          </ac:spMkLst>
        </pc:spChg>
        <pc:spChg chg="mod">
          <ac:chgData name="Louis-Bosch Malan" userId="67d63ac36b593411" providerId="LiveId" clId="{70063C88-AE20-4B97-A504-785602946100}" dt="2026-10-09T14:06:50.071" v="17" actId="20577"/>
          <ac:spMkLst>
            <pc:docMk/>
            <pc:sldMk cId="0" sldId="257"/>
            <ac:spMk id="8" creationId="{00000000-0000-0000-0000-000000000000}"/>
          </ac:spMkLst>
        </pc:spChg>
        <pc:spChg chg="mod">
          <ac:chgData name="Louis-Bosch Malan" userId="67d63ac36b593411" providerId="LiveId" clId="{70063C88-AE20-4B97-A504-785602946100}" dt="2026-10-15T08:53:36.665" v="218" actId="20577"/>
          <ac:spMkLst>
            <pc:docMk/>
            <pc:sldMk cId="0" sldId="257"/>
            <ac:spMk id="11" creationId="{00000000-0000-0000-0000-000000000000}"/>
          </ac:spMkLst>
        </pc:spChg>
      </pc:sldChg>
      <pc:sldChg chg="addSp delSp modSp mod">
        <pc:chgData name="Louis-Bosch Malan" userId="67d63ac36b593411" providerId="LiveId" clId="{70063C88-AE20-4B97-A504-785602946100}" dt="2026-10-15T14:26:14.524" v="804" actId="164"/>
        <pc:sldMkLst>
          <pc:docMk/>
          <pc:sldMk cId="0" sldId="258"/>
        </pc:sldMkLst>
        <pc:spChg chg="add del mod topLvl">
          <ac:chgData name="Louis-Bosch Malan" userId="67d63ac36b593411" providerId="LiveId" clId="{70063C88-AE20-4B97-A504-785602946100}" dt="2026-10-15T14:25:55.189" v="800" actId="478"/>
          <ac:spMkLst>
            <pc:docMk/>
            <pc:sldMk cId="0" sldId="258"/>
            <ac:spMk id="2" creationId="{00000000-0000-0000-0000-000000000000}"/>
          </ac:spMkLst>
        </pc:spChg>
        <pc:spChg chg="add del mod topLvl">
          <ac:chgData name="Louis-Bosch Malan" userId="67d63ac36b593411" providerId="LiveId" clId="{70063C88-AE20-4B97-A504-785602946100}" dt="2026-10-15T14:17:27.161" v="789" actId="165"/>
          <ac:spMkLst>
            <pc:docMk/>
            <pc:sldMk cId="0" sldId="258"/>
            <ac:spMk id="7" creationId="{00000000-0000-0000-0000-000000000000}"/>
          </ac:spMkLst>
        </pc:spChg>
        <pc:spChg chg="add del mod topLvl">
          <ac:chgData name="Louis-Bosch Malan" userId="67d63ac36b593411" providerId="LiveId" clId="{70063C88-AE20-4B97-A504-785602946100}" dt="2026-10-15T14:17:27.161" v="789" actId="165"/>
          <ac:spMkLst>
            <pc:docMk/>
            <pc:sldMk cId="0" sldId="258"/>
            <ac:spMk id="8" creationId="{00000000-0000-0000-0000-000000000000}"/>
          </ac:spMkLst>
        </pc:spChg>
        <pc:spChg chg="add del mod topLvl">
          <ac:chgData name="Louis-Bosch Malan" userId="67d63ac36b593411" providerId="LiveId" clId="{70063C88-AE20-4B97-A504-785602946100}" dt="2026-10-15T14:17:27.161" v="789" actId="165"/>
          <ac:spMkLst>
            <pc:docMk/>
            <pc:sldMk cId="0" sldId="258"/>
            <ac:spMk id="9" creationId="{00000000-0000-0000-0000-000000000000}"/>
          </ac:spMkLst>
        </pc:spChg>
        <pc:spChg chg="mod">
          <ac:chgData name="Louis-Bosch Malan" userId="67d63ac36b593411" providerId="LiveId" clId="{70063C88-AE20-4B97-A504-785602946100}" dt="2026-10-15T14:17:26.192" v="787" actId="164"/>
          <ac:spMkLst>
            <pc:docMk/>
            <pc:sldMk cId="0" sldId="258"/>
            <ac:spMk id="10" creationId="{00000000-0000-0000-0000-000000000000}"/>
          </ac:spMkLst>
        </pc:spChg>
        <pc:spChg chg="mod">
          <ac:chgData name="Louis-Bosch Malan" userId="67d63ac36b593411" providerId="LiveId" clId="{70063C88-AE20-4B97-A504-785602946100}" dt="2026-10-15T14:17:26.192" v="787" actId="164"/>
          <ac:spMkLst>
            <pc:docMk/>
            <pc:sldMk cId="0" sldId="258"/>
            <ac:spMk id="11" creationId="{00000000-0000-0000-0000-000000000000}"/>
          </ac:spMkLst>
        </pc:spChg>
        <pc:spChg chg="mod">
          <ac:chgData name="Louis-Bosch Malan" userId="67d63ac36b593411" providerId="LiveId" clId="{70063C88-AE20-4B97-A504-785602946100}" dt="2026-10-15T14:17:26.192" v="787" actId="164"/>
          <ac:spMkLst>
            <pc:docMk/>
            <pc:sldMk cId="0" sldId="258"/>
            <ac:spMk id="12" creationId="{00000000-0000-0000-0000-000000000000}"/>
          </ac:spMkLst>
        </pc:spChg>
        <pc:spChg chg="mod">
          <ac:chgData name="Louis-Bosch Malan" userId="67d63ac36b593411" providerId="LiveId" clId="{70063C88-AE20-4B97-A504-785602946100}" dt="2026-10-15T14:17:26.192" v="787" actId="164"/>
          <ac:spMkLst>
            <pc:docMk/>
            <pc:sldMk cId="0" sldId="258"/>
            <ac:spMk id="13" creationId="{00000000-0000-0000-0000-000000000000}"/>
          </ac:spMkLst>
        </pc:spChg>
        <pc:spChg chg="mod">
          <ac:chgData name="Louis-Bosch Malan" userId="67d63ac36b593411" providerId="LiveId" clId="{70063C88-AE20-4B97-A504-785602946100}" dt="2026-10-15T14:17:26.192" v="787" actId="164"/>
          <ac:spMkLst>
            <pc:docMk/>
            <pc:sldMk cId="0" sldId="258"/>
            <ac:spMk id="14" creationId="{00000000-0000-0000-0000-000000000000}"/>
          </ac:spMkLst>
        </pc:spChg>
        <pc:spChg chg="mod">
          <ac:chgData name="Louis-Bosch Malan" userId="67d63ac36b593411" providerId="LiveId" clId="{70063C88-AE20-4B97-A504-785602946100}" dt="2026-10-15T14:17:26.192" v="787" actId="164"/>
          <ac:spMkLst>
            <pc:docMk/>
            <pc:sldMk cId="0" sldId="258"/>
            <ac:spMk id="15" creationId="{00000000-0000-0000-0000-000000000000}"/>
          </ac:spMkLst>
        </pc:spChg>
        <pc:spChg chg="mod">
          <ac:chgData name="Louis-Bosch Malan" userId="67d63ac36b593411" providerId="LiveId" clId="{70063C88-AE20-4B97-A504-785602946100}" dt="2026-10-15T14:17:26.192" v="787" actId="164"/>
          <ac:spMkLst>
            <pc:docMk/>
            <pc:sldMk cId="0" sldId="258"/>
            <ac:spMk id="16" creationId="{00000000-0000-0000-0000-000000000000}"/>
          </ac:spMkLst>
        </pc:spChg>
        <pc:spChg chg="mod">
          <ac:chgData name="Louis-Bosch Malan" userId="67d63ac36b593411" providerId="LiveId" clId="{70063C88-AE20-4B97-A504-785602946100}" dt="2026-10-15T14:17:26.192" v="787" actId="164"/>
          <ac:spMkLst>
            <pc:docMk/>
            <pc:sldMk cId="0" sldId="258"/>
            <ac:spMk id="17" creationId="{00000000-0000-0000-0000-000000000000}"/>
          </ac:spMkLst>
        </pc:spChg>
        <pc:spChg chg="mod">
          <ac:chgData name="Louis-Bosch Malan" userId="67d63ac36b593411" providerId="LiveId" clId="{70063C88-AE20-4B97-A504-785602946100}" dt="2026-10-15T14:17:26.192" v="787" actId="164"/>
          <ac:spMkLst>
            <pc:docMk/>
            <pc:sldMk cId="0" sldId="258"/>
            <ac:spMk id="18" creationId="{00000000-0000-0000-0000-000000000000}"/>
          </ac:spMkLst>
        </pc:spChg>
        <pc:spChg chg="mod">
          <ac:chgData name="Louis-Bosch Malan" userId="67d63ac36b593411" providerId="LiveId" clId="{70063C88-AE20-4B97-A504-785602946100}" dt="2026-10-15T08:54:17.977" v="241" actId="20577"/>
          <ac:spMkLst>
            <pc:docMk/>
            <pc:sldMk cId="0" sldId="258"/>
            <ac:spMk id="19" creationId="{00000000-0000-0000-0000-000000000000}"/>
          </ac:spMkLst>
        </pc:spChg>
        <pc:spChg chg="mod">
          <ac:chgData name="Louis-Bosch Malan" userId="67d63ac36b593411" providerId="LiveId" clId="{70063C88-AE20-4B97-A504-785602946100}" dt="2026-10-15T14:15:41.347" v="753" actId="571"/>
          <ac:spMkLst>
            <pc:docMk/>
            <pc:sldMk cId="0" sldId="258"/>
            <ac:spMk id="26" creationId="{F2AF2F6E-1785-74D7-5A32-4E97F8189205}"/>
          </ac:spMkLst>
        </pc:spChg>
        <pc:spChg chg="mod">
          <ac:chgData name="Louis-Bosch Malan" userId="67d63ac36b593411" providerId="LiveId" clId="{70063C88-AE20-4B97-A504-785602946100}" dt="2026-10-15T14:15:41.347" v="753" actId="571"/>
          <ac:spMkLst>
            <pc:docMk/>
            <pc:sldMk cId="0" sldId="258"/>
            <ac:spMk id="27" creationId="{8D0421AF-1012-0992-F490-40048B0EEEEC}"/>
          </ac:spMkLst>
        </pc:spChg>
        <pc:spChg chg="mod">
          <ac:chgData name="Louis-Bosch Malan" userId="67d63ac36b593411" providerId="LiveId" clId="{70063C88-AE20-4B97-A504-785602946100}" dt="2026-10-15T14:15:41.347" v="753" actId="571"/>
          <ac:spMkLst>
            <pc:docMk/>
            <pc:sldMk cId="0" sldId="258"/>
            <ac:spMk id="28" creationId="{169203CF-5050-53FA-E77D-4B9A561B0722}"/>
          </ac:spMkLst>
        </pc:spChg>
        <pc:spChg chg="mod">
          <ac:chgData name="Louis-Bosch Malan" userId="67d63ac36b593411" providerId="LiveId" clId="{70063C88-AE20-4B97-A504-785602946100}" dt="2026-10-15T14:15:41.347" v="753" actId="571"/>
          <ac:spMkLst>
            <pc:docMk/>
            <pc:sldMk cId="0" sldId="258"/>
            <ac:spMk id="29" creationId="{E3A2DE8C-6A5E-D5E9-0ABD-6EC39C331FB6}"/>
          </ac:spMkLst>
        </pc:spChg>
        <pc:spChg chg="mod">
          <ac:chgData name="Louis-Bosch Malan" userId="67d63ac36b593411" providerId="LiveId" clId="{70063C88-AE20-4B97-A504-785602946100}" dt="2026-10-15T14:15:41.347" v="753" actId="571"/>
          <ac:spMkLst>
            <pc:docMk/>
            <pc:sldMk cId="0" sldId="258"/>
            <ac:spMk id="31" creationId="{D7DD9DB1-910C-EDDF-786E-67124DDEEC20}"/>
          </ac:spMkLst>
        </pc:spChg>
        <pc:spChg chg="mod">
          <ac:chgData name="Louis-Bosch Malan" userId="67d63ac36b593411" providerId="LiveId" clId="{70063C88-AE20-4B97-A504-785602946100}" dt="2026-10-15T14:15:41.347" v="753" actId="571"/>
          <ac:spMkLst>
            <pc:docMk/>
            <pc:sldMk cId="0" sldId="258"/>
            <ac:spMk id="32" creationId="{DE81F830-2F3B-6C0D-6549-A65AFF438996}"/>
          </ac:spMkLst>
        </pc:spChg>
        <pc:spChg chg="mod">
          <ac:chgData name="Louis-Bosch Malan" userId="67d63ac36b593411" providerId="LiveId" clId="{70063C88-AE20-4B97-A504-785602946100}" dt="2026-10-15T14:15:41.347" v="753" actId="571"/>
          <ac:spMkLst>
            <pc:docMk/>
            <pc:sldMk cId="0" sldId="258"/>
            <ac:spMk id="33" creationId="{6D07106A-3BAF-A444-CF70-2C5787FA6B9F}"/>
          </ac:spMkLst>
        </pc:spChg>
        <pc:spChg chg="add del mod topLvl">
          <ac:chgData name="Louis-Bosch Malan" userId="67d63ac36b593411" providerId="LiveId" clId="{70063C88-AE20-4B97-A504-785602946100}" dt="2026-10-15T14:17:19.067" v="779" actId="571"/>
          <ac:spMkLst>
            <pc:docMk/>
            <pc:sldMk cId="0" sldId="258"/>
            <ac:spMk id="37" creationId="{19C0FB4B-6BCF-E186-F20F-42615A149B94}"/>
          </ac:spMkLst>
        </pc:spChg>
        <pc:spChg chg="add del mod topLvl">
          <ac:chgData name="Louis-Bosch Malan" userId="67d63ac36b593411" providerId="LiveId" clId="{70063C88-AE20-4B97-A504-785602946100}" dt="2026-10-15T14:17:19.067" v="779" actId="571"/>
          <ac:spMkLst>
            <pc:docMk/>
            <pc:sldMk cId="0" sldId="258"/>
            <ac:spMk id="38" creationId="{350F9D7E-114E-C08E-6043-B97A8D890672}"/>
          </ac:spMkLst>
        </pc:spChg>
        <pc:spChg chg="add del mod">
          <ac:chgData name="Louis-Bosch Malan" userId="67d63ac36b593411" providerId="LiveId" clId="{70063C88-AE20-4B97-A504-785602946100}" dt="2026-10-15T14:17:15.853" v="772" actId="22"/>
          <ac:spMkLst>
            <pc:docMk/>
            <pc:sldMk cId="0" sldId="258"/>
            <ac:spMk id="41" creationId="{69F4E55B-38F7-36AC-2088-094378C3240B}"/>
          </ac:spMkLst>
        </pc:spChg>
        <pc:spChg chg="add del mod">
          <ac:chgData name="Louis-Bosch Malan" userId="67d63ac36b593411" providerId="LiveId" clId="{70063C88-AE20-4B97-A504-785602946100}" dt="2026-10-15T14:17:15.853" v="772" actId="22"/>
          <ac:spMkLst>
            <pc:docMk/>
            <pc:sldMk cId="0" sldId="258"/>
            <ac:spMk id="43" creationId="{953872A0-FBF3-6C44-BA85-5C731434221E}"/>
          </ac:spMkLst>
        </pc:spChg>
        <pc:spChg chg="add del mod">
          <ac:chgData name="Louis-Bosch Malan" userId="67d63ac36b593411" providerId="LiveId" clId="{70063C88-AE20-4B97-A504-785602946100}" dt="2026-10-15T14:17:15.853" v="772" actId="22"/>
          <ac:spMkLst>
            <pc:docMk/>
            <pc:sldMk cId="0" sldId="258"/>
            <ac:spMk id="45" creationId="{4FECE76D-BF8D-3B93-533F-DD956B149189}"/>
          </ac:spMkLst>
        </pc:spChg>
        <pc:spChg chg="add del mod">
          <ac:chgData name="Louis-Bosch Malan" userId="67d63ac36b593411" providerId="LiveId" clId="{70063C88-AE20-4B97-A504-785602946100}" dt="2026-10-15T14:17:15.853" v="772" actId="22"/>
          <ac:spMkLst>
            <pc:docMk/>
            <pc:sldMk cId="0" sldId="258"/>
            <ac:spMk id="47" creationId="{98870D73-5ED8-7D36-69D1-5C3636D960DA}"/>
          </ac:spMkLst>
        </pc:spChg>
        <pc:spChg chg="add del mod">
          <ac:chgData name="Louis-Bosch Malan" userId="67d63ac36b593411" providerId="LiveId" clId="{70063C88-AE20-4B97-A504-785602946100}" dt="2026-10-15T14:17:15.853" v="772" actId="22"/>
          <ac:spMkLst>
            <pc:docMk/>
            <pc:sldMk cId="0" sldId="258"/>
            <ac:spMk id="49" creationId="{5C8BE9E0-732A-BB71-28BF-5CD3878D239D}"/>
          </ac:spMkLst>
        </pc:spChg>
        <pc:spChg chg="add del mod">
          <ac:chgData name="Louis-Bosch Malan" userId="67d63ac36b593411" providerId="LiveId" clId="{70063C88-AE20-4B97-A504-785602946100}" dt="2026-10-15T14:17:15.853" v="772" actId="22"/>
          <ac:spMkLst>
            <pc:docMk/>
            <pc:sldMk cId="0" sldId="258"/>
            <ac:spMk id="51" creationId="{279E90FF-2135-9D9F-E003-37FF1F1A855F}"/>
          </ac:spMkLst>
        </pc:spChg>
        <pc:grpChg chg="add del mod ord">
          <ac:chgData name="Louis-Bosch Malan" userId="67d63ac36b593411" providerId="LiveId" clId="{70063C88-AE20-4B97-A504-785602946100}" dt="2026-10-15T14:26:14.524" v="804" actId="164"/>
          <ac:grpSpMkLst>
            <pc:docMk/>
            <pc:sldMk cId="0" sldId="258"/>
            <ac:grpSpMk id="20" creationId="{CFDE15E2-94E5-0C42-B207-9D0204D00212}"/>
          </ac:grpSpMkLst>
        </pc:grpChg>
        <pc:grpChg chg="add mod">
          <ac:chgData name="Louis-Bosch Malan" userId="67d63ac36b593411" providerId="LiveId" clId="{70063C88-AE20-4B97-A504-785602946100}" dt="2026-10-15T14:26:14.524" v="804" actId="164"/>
          <ac:grpSpMkLst>
            <pc:docMk/>
            <pc:sldMk cId="0" sldId="258"/>
            <ac:grpSpMk id="21" creationId="{EC71A0B8-0D27-EED3-BABE-2FBB29A3C85B}"/>
          </ac:grpSpMkLst>
        </pc:grpChg>
        <pc:grpChg chg="add mod">
          <ac:chgData name="Louis-Bosch Malan" userId="67d63ac36b593411" providerId="LiveId" clId="{70063C88-AE20-4B97-A504-785602946100}" dt="2026-10-15T14:26:14.524" v="804" actId="164"/>
          <ac:grpSpMkLst>
            <pc:docMk/>
            <pc:sldMk cId="0" sldId="258"/>
            <ac:grpSpMk id="22" creationId="{4E4BFE4F-D8D0-D516-7187-EA8315EBED14}"/>
          </ac:grpSpMkLst>
        </pc:grpChg>
        <pc:grpChg chg="add mod">
          <ac:chgData name="Louis-Bosch Malan" userId="67d63ac36b593411" providerId="LiveId" clId="{70063C88-AE20-4B97-A504-785602946100}" dt="2026-10-15T14:26:14.524" v="804" actId="164"/>
          <ac:grpSpMkLst>
            <pc:docMk/>
            <pc:sldMk cId="0" sldId="258"/>
            <ac:grpSpMk id="23" creationId="{9163C6E2-8491-D32C-7EE0-0163ADEE4C20}"/>
          </ac:grpSpMkLst>
        </pc:grpChg>
        <pc:grpChg chg="add del mod">
          <ac:chgData name="Louis-Bosch Malan" userId="67d63ac36b593411" providerId="LiveId" clId="{70063C88-AE20-4B97-A504-785602946100}" dt="2026-10-15T14:17:26.712" v="788" actId="164"/>
          <ac:grpSpMkLst>
            <pc:docMk/>
            <pc:sldMk cId="0" sldId="258"/>
            <ac:grpSpMk id="24" creationId="{0CE38B2A-9803-19DA-9246-E82930103354}"/>
          </ac:grpSpMkLst>
        </pc:grpChg>
        <pc:grpChg chg="add mod">
          <ac:chgData name="Louis-Bosch Malan" userId="67d63ac36b593411" providerId="LiveId" clId="{70063C88-AE20-4B97-A504-785602946100}" dt="2026-10-15T14:26:14.524" v="804" actId="164"/>
          <ac:grpSpMkLst>
            <pc:docMk/>
            <pc:sldMk cId="0" sldId="258"/>
            <ac:grpSpMk id="24" creationId="{D6016D61-754D-F0CF-7FCD-AE2AA12F5609}"/>
          </ac:grpSpMkLst>
        </pc:grpChg>
        <pc:grpChg chg="add mod">
          <ac:chgData name="Louis-Bosch Malan" userId="67d63ac36b593411" providerId="LiveId" clId="{70063C88-AE20-4B97-A504-785602946100}" dt="2026-10-15T14:15:41.347" v="753" actId="571"/>
          <ac:grpSpMkLst>
            <pc:docMk/>
            <pc:sldMk cId="0" sldId="258"/>
            <ac:grpSpMk id="25" creationId="{3C6EA2B4-F49C-999A-E964-2EC75D90004A}"/>
          </ac:grpSpMkLst>
        </pc:grpChg>
        <pc:grpChg chg="add mod">
          <ac:chgData name="Louis-Bosch Malan" userId="67d63ac36b593411" providerId="LiveId" clId="{70063C88-AE20-4B97-A504-785602946100}" dt="2026-10-15T14:15:41.347" v="753" actId="571"/>
          <ac:grpSpMkLst>
            <pc:docMk/>
            <pc:sldMk cId="0" sldId="258"/>
            <ac:grpSpMk id="30" creationId="{1372A526-47C3-D93F-09E6-9897948EDB9B}"/>
          </ac:grpSpMkLst>
        </pc:grpChg>
        <pc:grpChg chg="add mod">
          <ac:chgData name="Louis-Bosch Malan" userId="67d63ac36b593411" providerId="LiveId" clId="{70063C88-AE20-4B97-A504-785602946100}" dt="2026-10-15T14:17:20.211" v="781" actId="1076"/>
          <ac:grpSpMkLst>
            <pc:docMk/>
            <pc:sldMk cId="0" sldId="258"/>
            <ac:grpSpMk id="34" creationId="{1C7A2BFB-D75E-69AF-AA7D-CE365F08893F}"/>
          </ac:grpSpMkLst>
        </pc:grpChg>
        <pc:grpChg chg="add del mod">
          <ac:chgData name="Louis-Bosch Malan" userId="67d63ac36b593411" providerId="LiveId" clId="{70063C88-AE20-4B97-A504-785602946100}" dt="2026-10-15T14:17:25.513" v="785" actId="164"/>
          <ac:grpSpMkLst>
            <pc:docMk/>
            <pc:sldMk cId="0" sldId="258"/>
            <ac:grpSpMk id="35" creationId="{C73B6324-57C3-0ADA-0BA3-ED6725484BDF}"/>
          </ac:grpSpMkLst>
        </pc:grpChg>
        <pc:grpChg chg="add del mod">
          <ac:chgData name="Louis-Bosch Malan" userId="67d63ac36b593411" providerId="LiveId" clId="{70063C88-AE20-4B97-A504-785602946100}" dt="2026-10-15T14:17:24.541" v="782" actId="164"/>
          <ac:grpSpMkLst>
            <pc:docMk/>
            <pc:sldMk cId="0" sldId="258"/>
            <ac:grpSpMk id="36" creationId="{B8F01CFB-98BC-4948-19FD-CCECAC1362E7}"/>
          </ac:grpSpMkLst>
        </pc:grpChg>
        <pc:grpChg chg="add del mod">
          <ac:chgData name="Louis-Bosch Malan" userId="67d63ac36b593411" providerId="LiveId" clId="{70063C88-AE20-4B97-A504-785602946100}" dt="2026-10-15T14:17:18.170" v="777" actId="338"/>
          <ac:grpSpMkLst>
            <pc:docMk/>
            <pc:sldMk cId="0" sldId="258"/>
            <ac:grpSpMk id="39" creationId="{AA8DE707-F248-B5F4-FEE6-A408796238DA}"/>
          </ac:grpSpMkLst>
        </pc:grpChg>
      </pc:sldChg>
      <pc:sldChg chg="addSp modSp mod">
        <pc:chgData name="Louis-Bosch Malan" userId="67d63ac36b593411" providerId="LiveId" clId="{70063C88-AE20-4B97-A504-785602946100}" dt="2026-10-15T14:31:44.681" v="814" actId="164"/>
        <pc:sldMkLst>
          <pc:docMk/>
          <pc:sldMk cId="0" sldId="260"/>
        </pc:sldMkLst>
        <pc:spChg chg="mod">
          <ac:chgData name="Louis-Bosch Malan" userId="67d63ac36b593411" providerId="LiveId" clId="{70063C88-AE20-4B97-A504-785602946100}" dt="2026-10-15T08:57:11.411" v="287" actId="1076"/>
          <ac:spMkLst>
            <pc:docMk/>
            <pc:sldMk cId="0" sldId="260"/>
            <ac:spMk id="2" creationId="{00000000-0000-0000-0000-000000000000}"/>
          </ac:spMkLst>
        </pc:spChg>
        <pc:spChg chg="mod">
          <ac:chgData name="Louis-Bosch Malan" userId="67d63ac36b593411" providerId="LiveId" clId="{70063C88-AE20-4B97-A504-785602946100}" dt="2026-10-15T08:55:31.128" v="286" actId="20577"/>
          <ac:spMkLst>
            <pc:docMk/>
            <pc:sldMk cId="0" sldId="260"/>
            <ac:spMk id="3" creationId="{00000000-0000-0000-0000-000000000000}"/>
          </ac:spMkLst>
        </pc:spChg>
        <pc:spChg chg="mod">
          <ac:chgData name="Louis-Bosch Malan" userId="67d63ac36b593411" providerId="LiveId" clId="{70063C88-AE20-4B97-A504-785602946100}" dt="2026-10-15T14:31:33.859" v="812" actId="164"/>
          <ac:spMkLst>
            <pc:docMk/>
            <pc:sldMk cId="0" sldId="260"/>
            <ac:spMk id="8" creationId="{00000000-0000-0000-0000-000000000000}"/>
          </ac:spMkLst>
        </pc:spChg>
        <pc:spChg chg="mod">
          <ac:chgData name="Louis-Bosch Malan" userId="67d63ac36b593411" providerId="LiveId" clId="{70063C88-AE20-4B97-A504-785602946100}" dt="2026-10-15T14:31:33.859" v="812" actId="164"/>
          <ac:spMkLst>
            <pc:docMk/>
            <pc:sldMk cId="0" sldId="260"/>
            <ac:spMk id="9" creationId="{00000000-0000-0000-0000-000000000000}"/>
          </ac:spMkLst>
        </pc:spChg>
        <pc:spChg chg="mod">
          <ac:chgData name="Louis-Bosch Malan" userId="67d63ac36b593411" providerId="LiveId" clId="{70063C88-AE20-4B97-A504-785602946100}" dt="2026-10-15T14:31:33.859" v="812" actId="164"/>
          <ac:spMkLst>
            <pc:docMk/>
            <pc:sldMk cId="0" sldId="260"/>
            <ac:spMk id="10" creationId="{00000000-0000-0000-0000-000000000000}"/>
          </ac:spMkLst>
        </pc:spChg>
        <pc:spChg chg="mod">
          <ac:chgData name="Louis-Bosch Malan" userId="67d63ac36b593411" providerId="LiveId" clId="{70063C88-AE20-4B97-A504-785602946100}" dt="2026-10-15T14:31:41.288" v="813" actId="164"/>
          <ac:spMkLst>
            <pc:docMk/>
            <pc:sldMk cId="0" sldId="260"/>
            <ac:spMk id="11" creationId="{00000000-0000-0000-0000-000000000000}"/>
          </ac:spMkLst>
        </pc:spChg>
        <pc:spChg chg="mod">
          <ac:chgData name="Louis-Bosch Malan" userId="67d63ac36b593411" providerId="LiveId" clId="{70063C88-AE20-4B97-A504-785602946100}" dt="2026-10-15T14:31:41.288" v="813" actId="164"/>
          <ac:spMkLst>
            <pc:docMk/>
            <pc:sldMk cId="0" sldId="260"/>
            <ac:spMk id="12" creationId="{00000000-0000-0000-0000-000000000000}"/>
          </ac:spMkLst>
        </pc:spChg>
        <pc:spChg chg="mod">
          <ac:chgData name="Louis-Bosch Malan" userId="67d63ac36b593411" providerId="LiveId" clId="{70063C88-AE20-4B97-A504-785602946100}" dt="2026-10-15T14:31:41.288" v="813" actId="164"/>
          <ac:spMkLst>
            <pc:docMk/>
            <pc:sldMk cId="0" sldId="260"/>
            <ac:spMk id="13" creationId="{00000000-0000-0000-0000-000000000000}"/>
          </ac:spMkLst>
        </pc:spChg>
        <pc:spChg chg="mod">
          <ac:chgData name="Louis-Bosch Malan" userId="67d63ac36b593411" providerId="LiveId" clId="{70063C88-AE20-4B97-A504-785602946100}" dt="2026-10-15T08:58:51.635" v="304" actId="255"/>
          <ac:spMkLst>
            <pc:docMk/>
            <pc:sldMk cId="0" sldId="260"/>
            <ac:spMk id="14" creationId="{00000000-0000-0000-0000-000000000000}"/>
          </ac:spMkLst>
        </pc:spChg>
        <pc:spChg chg="mod">
          <ac:chgData name="Louis-Bosch Malan" userId="67d63ac36b593411" providerId="LiveId" clId="{70063C88-AE20-4B97-A504-785602946100}" dt="2026-10-15T08:59:08.094" v="305" actId="1076"/>
          <ac:spMkLst>
            <pc:docMk/>
            <pc:sldMk cId="0" sldId="260"/>
            <ac:spMk id="17" creationId="{00000000-0000-0000-0000-000000000000}"/>
          </ac:spMkLst>
        </pc:spChg>
        <pc:grpChg chg="add mod">
          <ac:chgData name="Louis-Bosch Malan" userId="67d63ac36b593411" providerId="LiveId" clId="{70063C88-AE20-4B97-A504-785602946100}" dt="2026-10-15T14:31:44.681" v="814" actId="164"/>
          <ac:grpSpMkLst>
            <pc:docMk/>
            <pc:sldMk cId="0" sldId="260"/>
            <ac:grpSpMk id="18" creationId="{BF7AEC6D-5B17-C166-E1CA-4DAAC41650A4}"/>
          </ac:grpSpMkLst>
        </pc:grpChg>
        <pc:grpChg chg="add mod">
          <ac:chgData name="Louis-Bosch Malan" userId="67d63ac36b593411" providerId="LiveId" clId="{70063C88-AE20-4B97-A504-785602946100}" dt="2026-10-15T14:31:44.681" v="814" actId="164"/>
          <ac:grpSpMkLst>
            <pc:docMk/>
            <pc:sldMk cId="0" sldId="260"/>
            <ac:grpSpMk id="19" creationId="{C929CABA-82CC-F860-4D86-0D8E56EA7D8E}"/>
          </ac:grpSpMkLst>
        </pc:grpChg>
        <pc:grpChg chg="add mod">
          <ac:chgData name="Louis-Bosch Malan" userId="67d63ac36b593411" providerId="LiveId" clId="{70063C88-AE20-4B97-A504-785602946100}" dt="2026-10-15T14:31:44.681" v="814" actId="164"/>
          <ac:grpSpMkLst>
            <pc:docMk/>
            <pc:sldMk cId="0" sldId="260"/>
            <ac:grpSpMk id="20" creationId="{2F80735A-F5F0-52C6-47C8-8D31B3978356}"/>
          </ac:grpSpMkLst>
        </pc:grpChg>
      </pc:sldChg>
      <pc:sldChg chg="modSp mod">
        <pc:chgData name="Louis-Bosch Malan" userId="67d63ac36b593411" providerId="LiveId" clId="{70063C88-AE20-4B97-A504-785602946100}" dt="2026-10-14T13:03:26.173" v="38" actId="1076"/>
        <pc:sldMkLst>
          <pc:docMk/>
          <pc:sldMk cId="0" sldId="261"/>
        </pc:sldMkLst>
        <pc:spChg chg="mod">
          <ac:chgData name="Louis-Bosch Malan" userId="67d63ac36b593411" providerId="LiveId" clId="{70063C88-AE20-4B97-A504-785602946100}" dt="2026-10-14T13:03:26.173" v="38" actId="1076"/>
          <ac:spMkLst>
            <pc:docMk/>
            <pc:sldMk cId="0" sldId="261"/>
            <ac:spMk id="2" creationId="{00000000-0000-0000-0000-000000000000}"/>
          </ac:spMkLst>
        </pc:spChg>
      </pc:sldChg>
      <pc:sldChg chg="addSp modSp mod modNotesTx">
        <pc:chgData name="Louis-Bosch Malan" userId="67d63ac36b593411" providerId="LiveId" clId="{70063C88-AE20-4B97-A504-785602946100}" dt="2026-10-15T14:30:43.860" v="811" actId="164"/>
        <pc:sldMkLst>
          <pc:docMk/>
          <pc:sldMk cId="13467081" sldId="263"/>
        </pc:sldMkLst>
        <pc:spChg chg="mod">
          <ac:chgData name="Louis-Bosch Malan" userId="67d63ac36b593411" providerId="LiveId" clId="{70063C88-AE20-4B97-A504-785602946100}" dt="2026-10-15T14:27:32.114" v="809" actId="1076"/>
          <ac:spMkLst>
            <pc:docMk/>
            <pc:sldMk cId="13467081" sldId="263"/>
            <ac:spMk id="2" creationId="{D68043AE-942D-CCAC-EE6A-0FF6D0DACBE1}"/>
          </ac:spMkLst>
        </pc:spChg>
        <pc:spChg chg="mod">
          <ac:chgData name="Louis-Bosch Malan" userId="67d63ac36b593411" providerId="LiveId" clId="{70063C88-AE20-4B97-A504-785602946100}" dt="2026-10-15T14:27:08.870" v="805" actId="164"/>
          <ac:spMkLst>
            <pc:docMk/>
            <pc:sldMk cId="13467081" sldId="263"/>
            <ac:spMk id="7" creationId="{6511CAFB-CF50-4DCC-6A9E-69732E1EDB9E}"/>
          </ac:spMkLst>
        </pc:spChg>
        <pc:spChg chg="mod">
          <ac:chgData name="Louis-Bosch Malan" userId="67d63ac36b593411" providerId="LiveId" clId="{70063C88-AE20-4B97-A504-785602946100}" dt="2026-10-15T14:27:08.870" v="805" actId="164"/>
          <ac:spMkLst>
            <pc:docMk/>
            <pc:sldMk cId="13467081" sldId="263"/>
            <ac:spMk id="8" creationId="{30A40FBE-3E79-C787-8D29-785AC1E1A09D}"/>
          </ac:spMkLst>
        </pc:spChg>
        <pc:spChg chg="mod">
          <ac:chgData name="Louis-Bosch Malan" userId="67d63ac36b593411" providerId="LiveId" clId="{70063C88-AE20-4B97-A504-785602946100}" dt="2026-10-15T14:27:08.870" v="805" actId="164"/>
          <ac:spMkLst>
            <pc:docMk/>
            <pc:sldMk cId="13467081" sldId="263"/>
            <ac:spMk id="9" creationId="{D6FAAC77-EFAA-E21C-54E4-29AA7C7412D7}"/>
          </ac:spMkLst>
        </pc:spChg>
        <pc:spChg chg="mod">
          <ac:chgData name="Louis-Bosch Malan" userId="67d63ac36b593411" providerId="LiveId" clId="{70063C88-AE20-4B97-A504-785602946100}" dt="2026-10-15T14:27:14.036" v="806" actId="164"/>
          <ac:spMkLst>
            <pc:docMk/>
            <pc:sldMk cId="13467081" sldId="263"/>
            <ac:spMk id="10" creationId="{1407B795-FAAA-12B1-0A52-EEECC4CAA45D}"/>
          </ac:spMkLst>
        </pc:spChg>
        <pc:spChg chg="mod">
          <ac:chgData name="Louis-Bosch Malan" userId="67d63ac36b593411" providerId="LiveId" clId="{70063C88-AE20-4B97-A504-785602946100}" dt="2026-10-15T14:27:14.036" v="806" actId="164"/>
          <ac:spMkLst>
            <pc:docMk/>
            <pc:sldMk cId="13467081" sldId="263"/>
            <ac:spMk id="11" creationId="{E8EFAF03-46CC-8039-5C66-1D8C94BDF85E}"/>
          </ac:spMkLst>
        </pc:spChg>
        <pc:spChg chg="mod">
          <ac:chgData name="Louis-Bosch Malan" userId="67d63ac36b593411" providerId="LiveId" clId="{70063C88-AE20-4B97-A504-785602946100}" dt="2026-10-15T14:27:14.036" v="806" actId="164"/>
          <ac:spMkLst>
            <pc:docMk/>
            <pc:sldMk cId="13467081" sldId="263"/>
            <ac:spMk id="12" creationId="{20E91277-79D4-5A73-8507-6AB9518C485E}"/>
          </ac:spMkLst>
        </pc:spChg>
        <pc:spChg chg="mod">
          <ac:chgData name="Louis-Bosch Malan" userId="67d63ac36b593411" providerId="LiveId" clId="{70063C88-AE20-4B97-A504-785602946100}" dt="2026-10-15T14:27:29.026" v="807" actId="164"/>
          <ac:spMkLst>
            <pc:docMk/>
            <pc:sldMk cId="13467081" sldId="263"/>
            <ac:spMk id="13" creationId="{349A34BE-57E7-7B1B-65DD-604981DD7DFA}"/>
          </ac:spMkLst>
        </pc:spChg>
        <pc:spChg chg="mod">
          <ac:chgData name="Louis-Bosch Malan" userId="67d63ac36b593411" providerId="LiveId" clId="{70063C88-AE20-4B97-A504-785602946100}" dt="2026-10-15T14:27:29.026" v="807" actId="164"/>
          <ac:spMkLst>
            <pc:docMk/>
            <pc:sldMk cId="13467081" sldId="263"/>
            <ac:spMk id="14" creationId="{1BC5E875-87EB-E48D-A68B-CD0078A71CED}"/>
          </ac:spMkLst>
        </pc:spChg>
        <pc:spChg chg="mod">
          <ac:chgData name="Louis-Bosch Malan" userId="67d63ac36b593411" providerId="LiveId" clId="{70063C88-AE20-4B97-A504-785602946100}" dt="2026-10-15T14:27:29.026" v="807" actId="164"/>
          <ac:spMkLst>
            <pc:docMk/>
            <pc:sldMk cId="13467081" sldId="263"/>
            <ac:spMk id="15" creationId="{44923690-5FF6-F930-9890-91DAD4060B73}"/>
          </ac:spMkLst>
        </pc:spChg>
        <pc:spChg chg="mod">
          <ac:chgData name="Louis-Bosch Malan" userId="67d63ac36b593411" providerId="LiveId" clId="{70063C88-AE20-4B97-A504-785602946100}" dt="2026-10-15T14:30:40.327" v="810" actId="164"/>
          <ac:spMkLst>
            <pc:docMk/>
            <pc:sldMk cId="13467081" sldId="263"/>
            <ac:spMk id="16" creationId="{D0468D7D-0D79-470E-ECCA-CBB153BA2826}"/>
          </ac:spMkLst>
        </pc:spChg>
        <pc:spChg chg="mod">
          <ac:chgData name="Louis-Bosch Malan" userId="67d63ac36b593411" providerId="LiveId" clId="{70063C88-AE20-4B97-A504-785602946100}" dt="2026-10-15T14:30:40.327" v="810" actId="164"/>
          <ac:spMkLst>
            <pc:docMk/>
            <pc:sldMk cId="13467081" sldId="263"/>
            <ac:spMk id="17" creationId="{5813A7D4-31CE-E51A-398D-7E86050B9F80}"/>
          </ac:spMkLst>
        </pc:spChg>
        <pc:spChg chg="mod">
          <ac:chgData name="Louis-Bosch Malan" userId="67d63ac36b593411" providerId="LiveId" clId="{70063C88-AE20-4B97-A504-785602946100}" dt="2026-10-15T14:30:40.327" v="810" actId="164"/>
          <ac:spMkLst>
            <pc:docMk/>
            <pc:sldMk cId="13467081" sldId="263"/>
            <ac:spMk id="18" creationId="{41CD2985-A0BC-DCAD-91AE-32A805141E7F}"/>
          </ac:spMkLst>
        </pc:spChg>
        <pc:spChg chg="mod">
          <ac:chgData name="Louis-Bosch Malan" userId="67d63ac36b593411" providerId="LiveId" clId="{70063C88-AE20-4B97-A504-785602946100}" dt="2026-10-15T08:54:41.613" v="263" actId="20577"/>
          <ac:spMkLst>
            <pc:docMk/>
            <pc:sldMk cId="13467081" sldId="263"/>
            <ac:spMk id="19" creationId="{42257EBA-1FE1-4AAB-1AE1-59E766D70B5D}"/>
          </ac:spMkLst>
        </pc:spChg>
        <pc:grpChg chg="add mod">
          <ac:chgData name="Louis-Bosch Malan" userId="67d63ac36b593411" providerId="LiveId" clId="{70063C88-AE20-4B97-A504-785602946100}" dt="2026-10-15T14:30:43.860" v="811" actId="164"/>
          <ac:grpSpMkLst>
            <pc:docMk/>
            <pc:sldMk cId="13467081" sldId="263"/>
            <ac:grpSpMk id="20" creationId="{BA7C615C-5584-F6A1-F330-5DB0D35C27F1}"/>
          </ac:grpSpMkLst>
        </pc:grpChg>
        <pc:grpChg chg="add mod">
          <ac:chgData name="Louis-Bosch Malan" userId="67d63ac36b593411" providerId="LiveId" clId="{70063C88-AE20-4B97-A504-785602946100}" dt="2026-10-15T14:30:43.860" v="811" actId="164"/>
          <ac:grpSpMkLst>
            <pc:docMk/>
            <pc:sldMk cId="13467081" sldId="263"/>
            <ac:grpSpMk id="21" creationId="{F9AE0BCB-6AC7-1927-4BF5-DFDC44099D0F}"/>
          </ac:grpSpMkLst>
        </pc:grpChg>
        <pc:grpChg chg="add mod">
          <ac:chgData name="Louis-Bosch Malan" userId="67d63ac36b593411" providerId="LiveId" clId="{70063C88-AE20-4B97-A504-785602946100}" dt="2026-10-15T14:30:43.860" v="811" actId="164"/>
          <ac:grpSpMkLst>
            <pc:docMk/>
            <pc:sldMk cId="13467081" sldId="263"/>
            <ac:grpSpMk id="22" creationId="{C11DEB6E-4F22-2D22-5815-43FEF081B4D2}"/>
          </ac:grpSpMkLst>
        </pc:grpChg>
        <pc:grpChg chg="add mod">
          <ac:chgData name="Louis-Bosch Malan" userId="67d63ac36b593411" providerId="LiveId" clId="{70063C88-AE20-4B97-A504-785602946100}" dt="2026-10-15T14:30:43.860" v="811" actId="164"/>
          <ac:grpSpMkLst>
            <pc:docMk/>
            <pc:sldMk cId="13467081" sldId="263"/>
            <ac:grpSpMk id="23" creationId="{372D39B4-EE8F-6918-2DD5-B49332998224}"/>
          </ac:grpSpMkLst>
        </pc:grpChg>
        <pc:grpChg chg="add mod">
          <ac:chgData name="Louis-Bosch Malan" userId="67d63ac36b593411" providerId="LiveId" clId="{70063C88-AE20-4B97-A504-785602946100}" dt="2026-10-15T14:30:43.860" v="811" actId="164"/>
          <ac:grpSpMkLst>
            <pc:docMk/>
            <pc:sldMk cId="13467081" sldId="263"/>
            <ac:grpSpMk id="24" creationId="{E1D416A6-A4D9-F52F-AA8F-A0D459D0184E}"/>
          </ac:grpSpMkLst>
        </pc:grpChg>
      </pc:sldChg>
      <pc:sldChg chg="addSp modSp">
        <pc:chgData name="Louis-Bosch Malan" userId="67d63ac36b593411" providerId="LiveId" clId="{70063C88-AE20-4B97-A504-785602946100}" dt="2026-10-15T14:33:33.946" v="817" actId="164"/>
        <pc:sldMkLst>
          <pc:docMk/>
          <pc:sldMk cId="470299514" sldId="265"/>
        </pc:sldMkLst>
        <pc:spChg chg="mod">
          <ac:chgData name="Louis-Bosch Malan" userId="67d63ac36b593411" providerId="LiveId" clId="{70063C88-AE20-4B97-A504-785602946100}" dt="2026-10-15T14:33:24.482" v="815" actId="164"/>
          <ac:spMkLst>
            <pc:docMk/>
            <pc:sldMk cId="470299514" sldId="265"/>
            <ac:spMk id="8" creationId="{B64695B8-AC8A-D4E1-DADA-C011294F6C89}"/>
          </ac:spMkLst>
        </pc:spChg>
        <pc:spChg chg="mod">
          <ac:chgData name="Louis-Bosch Malan" userId="67d63ac36b593411" providerId="LiveId" clId="{70063C88-AE20-4B97-A504-785602946100}" dt="2026-10-15T14:33:24.482" v="815" actId="164"/>
          <ac:spMkLst>
            <pc:docMk/>
            <pc:sldMk cId="470299514" sldId="265"/>
            <ac:spMk id="9" creationId="{2F49B000-E02C-67DF-9F7E-F24E9555CBA1}"/>
          </ac:spMkLst>
        </pc:spChg>
        <pc:spChg chg="mod">
          <ac:chgData name="Louis-Bosch Malan" userId="67d63ac36b593411" providerId="LiveId" clId="{70063C88-AE20-4B97-A504-785602946100}" dt="2026-10-15T14:33:24.482" v="815" actId="164"/>
          <ac:spMkLst>
            <pc:docMk/>
            <pc:sldMk cId="470299514" sldId="265"/>
            <ac:spMk id="10" creationId="{FC9C21BE-3252-5F52-F403-F37753DE8890}"/>
          </ac:spMkLst>
        </pc:spChg>
        <pc:spChg chg="mod">
          <ac:chgData name="Louis-Bosch Malan" userId="67d63ac36b593411" providerId="LiveId" clId="{70063C88-AE20-4B97-A504-785602946100}" dt="2026-10-15T14:33:31.272" v="816" actId="164"/>
          <ac:spMkLst>
            <pc:docMk/>
            <pc:sldMk cId="470299514" sldId="265"/>
            <ac:spMk id="11" creationId="{19543964-6883-5935-B137-35727C130630}"/>
          </ac:spMkLst>
        </pc:spChg>
        <pc:spChg chg="mod">
          <ac:chgData name="Louis-Bosch Malan" userId="67d63ac36b593411" providerId="LiveId" clId="{70063C88-AE20-4B97-A504-785602946100}" dt="2026-10-15T14:33:31.272" v="816" actId="164"/>
          <ac:spMkLst>
            <pc:docMk/>
            <pc:sldMk cId="470299514" sldId="265"/>
            <ac:spMk id="12" creationId="{D8DFBD28-D18D-65FB-25F4-FE7A8111AF43}"/>
          </ac:spMkLst>
        </pc:spChg>
        <pc:spChg chg="mod">
          <ac:chgData name="Louis-Bosch Malan" userId="67d63ac36b593411" providerId="LiveId" clId="{70063C88-AE20-4B97-A504-785602946100}" dt="2026-10-15T14:33:31.272" v="816" actId="164"/>
          <ac:spMkLst>
            <pc:docMk/>
            <pc:sldMk cId="470299514" sldId="265"/>
            <ac:spMk id="13" creationId="{10F0BF0E-C399-6255-B44C-535ABC7699B4}"/>
          </ac:spMkLst>
        </pc:spChg>
        <pc:grpChg chg="add mod">
          <ac:chgData name="Louis-Bosch Malan" userId="67d63ac36b593411" providerId="LiveId" clId="{70063C88-AE20-4B97-A504-785602946100}" dt="2026-10-15T14:33:33.946" v="817" actId="164"/>
          <ac:grpSpMkLst>
            <pc:docMk/>
            <pc:sldMk cId="470299514" sldId="265"/>
            <ac:grpSpMk id="18" creationId="{0CFEF77F-09E6-4228-666A-A31B1C1493A0}"/>
          </ac:grpSpMkLst>
        </pc:grpChg>
        <pc:grpChg chg="add mod">
          <ac:chgData name="Louis-Bosch Malan" userId="67d63ac36b593411" providerId="LiveId" clId="{70063C88-AE20-4B97-A504-785602946100}" dt="2026-10-15T14:33:33.946" v="817" actId="164"/>
          <ac:grpSpMkLst>
            <pc:docMk/>
            <pc:sldMk cId="470299514" sldId="265"/>
            <ac:grpSpMk id="19" creationId="{0AED2DB9-0CAE-D95D-702C-A87973A1AD72}"/>
          </ac:grpSpMkLst>
        </pc:grpChg>
        <pc:grpChg chg="add mod">
          <ac:chgData name="Louis-Bosch Malan" userId="67d63ac36b593411" providerId="LiveId" clId="{70063C88-AE20-4B97-A504-785602946100}" dt="2026-10-15T14:33:33.946" v="817" actId="164"/>
          <ac:grpSpMkLst>
            <pc:docMk/>
            <pc:sldMk cId="470299514" sldId="265"/>
            <ac:grpSpMk id="20" creationId="{D3F40E7E-FF2F-0D6F-AD03-EE93675436F6}"/>
          </ac:grpSpMkLst>
        </pc:grpChg>
      </pc:sldChg>
      <pc:sldChg chg="modSp mod ord">
        <pc:chgData name="Louis-Bosch Malan" userId="67d63ac36b593411" providerId="LiveId" clId="{70063C88-AE20-4B97-A504-785602946100}" dt="2026-10-14T13:10:35.122" v="144"/>
        <pc:sldMkLst>
          <pc:docMk/>
          <pc:sldMk cId="3953398529" sldId="266"/>
        </pc:sldMkLst>
        <pc:spChg chg="mod">
          <ac:chgData name="Louis-Bosch Malan" userId="67d63ac36b593411" providerId="LiveId" clId="{70063C88-AE20-4B97-A504-785602946100}" dt="2026-10-14T12:41:15.457" v="35" actId="1076"/>
          <ac:spMkLst>
            <pc:docMk/>
            <pc:sldMk cId="3953398529" sldId="266"/>
            <ac:spMk id="3" creationId="{58A9EB9A-CD6E-A840-2DB6-F8FA473D2937}"/>
          </ac:spMkLst>
        </pc:spChg>
        <pc:spChg chg="mod">
          <ac:chgData name="Louis-Bosch Malan" userId="67d63ac36b593411" providerId="LiveId" clId="{70063C88-AE20-4B97-A504-785602946100}" dt="2026-10-14T13:10:35.122" v="144"/>
          <ac:spMkLst>
            <pc:docMk/>
            <pc:sldMk cId="3953398529" sldId="266"/>
            <ac:spMk id="4" creationId="{A6C3AA60-5C2D-4952-E33F-0BA308FCF32D}"/>
          </ac:spMkLst>
        </pc:spChg>
        <pc:graphicFrameChg chg="mod modGraphic">
          <ac:chgData name="Louis-Bosch Malan" userId="67d63ac36b593411" providerId="LiveId" clId="{70063C88-AE20-4B97-A504-785602946100}" dt="2026-10-14T13:08:10.318" v="105" actId="207"/>
          <ac:graphicFrameMkLst>
            <pc:docMk/>
            <pc:sldMk cId="3953398529" sldId="266"/>
            <ac:graphicFrameMk id="6" creationId="{7E3E5BF2-17AD-4EFA-81FF-69BDC369ADEE}"/>
          </ac:graphicFrameMkLst>
        </pc:graphicFrameChg>
      </pc:sldChg>
      <pc:sldChg chg="addSp delSp modSp mod setBg">
        <pc:chgData name="Louis-Bosch Malan" userId="67d63ac36b593411" providerId="LiveId" clId="{70063C88-AE20-4B97-A504-785602946100}" dt="2026-10-14T13:20:17.042" v="150"/>
        <pc:sldMkLst>
          <pc:docMk/>
          <pc:sldMk cId="1805372522" sldId="268"/>
        </pc:sldMkLst>
        <pc:spChg chg="add del mod">
          <ac:chgData name="Louis-Bosch Malan" userId="67d63ac36b593411" providerId="LiveId" clId="{70063C88-AE20-4B97-A504-785602946100}" dt="2026-10-14T13:19:43.791" v="149"/>
          <ac:spMkLst>
            <pc:docMk/>
            <pc:sldMk cId="1805372522" sldId="268"/>
            <ac:spMk id="2" creationId="{14663D89-E125-8A09-86BC-51309AC8B456}"/>
          </ac:spMkLst>
        </pc:spChg>
      </pc:sldChg>
      <pc:sldChg chg="modSp mod">
        <pc:chgData name="Louis-Bosch Malan" userId="67d63ac36b593411" providerId="LiveId" clId="{70063C88-AE20-4B97-A504-785602946100}" dt="2026-10-15T12:52:38.640" v="741" actId="1076"/>
        <pc:sldMkLst>
          <pc:docMk/>
          <pc:sldMk cId="2277111740" sldId="269"/>
        </pc:sldMkLst>
        <pc:picChg chg="mod">
          <ac:chgData name="Louis-Bosch Malan" userId="67d63ac36b593411" providerId="LiveId" clId="{70063C88-AE20-4B97-A504-785602946100}" dt="2026-10-15T12:52:38.640" v="741" actId="1076"/>
          <ac:picMkLst>
            <pc:docMk/>
            <pc:sldMk cId="2277111740" sldId="269"/>
            <ac:picMk id="5" creationId="{7EB7D930-7BFC-9E3E-D9CF-C54897FB9CDE}"/>
          </ac:picMkLst>
        </pc:picChg>
      </pc:sldChg>
      <pc:sldChg chg="addSp delSp modSp new del mod ord setBg chgLayout">
        <pc:chgData name="Louis-Bosch Malan" userId="67d63ac36b593411" providerId="LiveId" clId="{70063C88-AE20-4B97-A504-785602946100}" dt="2026-10-14T13:22:10.299" v="182" actId="47"/>
        <pc:sldMkLst>
          <pc:docMk/>
          <pc:sldMk cId="2386976067" sldId="270"/>
        </pc:sldMkLst>
        <pc:picChg chg="add del mod">
          <ac:chgData name="Louis-Bosch Malan" userId="67d63ac36b593411" providerId="LiveId" clId="{70063C88-AE20-4B97-A504-785602946100}" dt="2026-10-14T13:21:16.908" v="170" actId="21"/>
          <ac:picMkLst>
            <pc:docMk/>
            <pc:sldMk cId="2386976067" sldId="270"/>
            <ac:picMk id="3" creationId="{E8C5DF00-AE87-29E3-6ED9-1CA5070815BA}"/>
          </ac:picMkLst>
        </pc:picChg>
      </pc:sldChg>
      <pc:sldChg chg="addSp delSp modSp add mod">
        <pc:chgData name="Louis-Bosch Malan" userId="67d63ac36b593411" providerId="LiveId" clId="{70063C88-AE20-4B97-A504-785602946100}" dt="2026-10-15T14:37:14.171" v="818" actId="1076"/>
        <pc:sldMkLst>
          <pc:docMk/>
          <pc:sldMk cId="3963933616" sldId="271"/>
        </pc:sldMkLst>
        <pc:spChg chg="add mod">
          <ac:chgData name="Louis-Bosch Malan" userId="67d63ac36b593411" providerId="LiveId" clId="{70063C88-AE20-4B97-A504-785602946100}" dt="2026-10-15T09:38:33.950" v="437" actId="122"/>
          <ac:spMkLst>
            <pc:docMk/>
            <pc:sldMk cId="3963933616" sldId="271"/>
            <ac:spMk id="21" creationId="{66360FBA-9C9C-1471-5267-EDB65B380485}"/>
          </ac:spMkLst>
        </pc:spChg>
        <pc:spChg chg="add mod">
          <ac:chgData name="Louis-Bosch Malan" userId="67d63ac36b593411" providerId="LiveId" clId="{70063C88-AE20-4B97-A504-785602946100}" dt="2026-10-15T09:38:56.455" v="453" actId="122"/>
          <ac:spMkLst>
            <pc:docMk/>
            <pc:sldMk cId="3963933616" sldId="271"/>
            <ac:spMk id="23" creationId="{51F80270-6DF2-C878-0B6C-5A3C5B7B145E}"/>
          </ac:spMkLst>
        </pc:spChg>
        <pc:picChg chg="del">
          <ac:chgData name="Louis-Bosch Malan" userId="67d63ac36b593411" providerId="LiveId" clId="{70063C88-AE20-4B97-A504-785602946100}" dt="2026-10-14T13:21:19.269" v="171" actId="478"/>
          <ac:picMkLst>
            <pc:docMk/>
            <pc:sldMk cId="3963933616" sldId="271"/>
            <ac:picMk id="3" creationId="{6EFD4150-55C2-AFA9-4CC8-691DD7DB4B70}"/>
          </ac:picMkLst>
        </pc:picChg>
        <pc:picChg chg="add del mod ord">
          <ac:chgData name="Louis-Bosch Malan" userId="67d63ac36b593411" providerId="LiveId" clId="{70063C88-AE20-4B97-A504-785602946100}" dt="2026-10-15T09:34:04.504" v="394" actId="478"/>
          <ac:picMkLst>
            <pc:docMk/>
            <pc:sldMk cId="3963933616" sldId="271"/>
            <ac:picMk id="4" creationId="{B6F36709-3FA0-E6E0-C07A-D481D8389907}"/>
          </ac:picMkLst>
        </pc:picChg>
        <pc:picChg chg="add del mod">
          <ac:chgData name="Louis-Bosch Malan" userId="67d63ac36b593411" providerId="LiveId" clId="{70063C88-AE20-4B97-A504-785602946100}" dt="2026-10-15T09:37:27.432" v="406" actId="478"/>
          <ac:picMkLst>
            <pc:docMk/>
            <pc:sldMk cId="3963933616" sldId="271"/>
            <ac:picMk id="7" creationId="{BFE0D3C4-BD1B-7FFA-7580-1494B2E9AEA7}"/>
          </ac:picMkLst>
        </pc:picChg>
        <pc:picChg chg="add mod">
          <ac:chgData name="Louis-Bosch Malan" userId="67d63ac36b593411" providerId="LiveId" clId="{70063C88-AE20-4B97-A504-785602946100}" dt="2026-10-15T14:37:14.171" v="818" actId="1076"/>
          <ac:picMkLst>
            <pc:docMk/>
            <pc:sldMk cId="3963933616" sldId="271"/>
            <ac:picMk id="13" creationId="{5C0EE877-B818-425D-A7A1-99C7311DBBD0}"/>
          </ac:picMkLst>
        </pc:picChg>
        <pc:picChg chg="add mod">
          <ac:chgData name="Louis-Bosch Malan" userId="67d63ac36b593411" providerId="LiveId" clId="{70063C88-AE20-4B97-A504-785602946100}" dt="2026-10-15T09:37:49.364" v="411" actId="14100"/>
          <ac:picMkLst>
            <pc:docMk/>
            <pc:sldMk cId="3963933616" sldId="271"/>
            <ac:picMk id="20" creationId="{5EBB18A5-7CDE-B32A-8C6D-FADE340F3F84}"/>
          </ac:picMkLst>
        </pc:picChg>
        <pc:inkChg chg="add">
          <ac:chgData name="Louis-Bosch Malan" userId="67d63ac36b593411" providerId="LiveId" clId="{70063C88-AE20-4B97-A504-785602946100}" dt="2026-10-15T09:35:08.682" v="402" actId="9405"/>
          <ac:inkMkLst>
            <pc:docMk/>
            <pc:sldMk cId="3963933616" sldId="271"/>
            <ac:inkMk id="15" creationId="{0289BDB4-814B-6CE2-43D1-0003F9D61561}"/>
          </ac:inkMkLst>
        </pc:inkChg>
        <pc:inkChg chg="add">
          <ac:chgData name="Louis-Bosch Malan" userId="67d63ac36b593411" providerId="LiveId" clId="{70063C88-AE20-4B97-A504-785602946100}" dt="2026-10-15T09:37:17.278" v="403" actId="9405"/>
          <ac:inkMkLst>
            <pc:docMk/>
            <pc:sldMk cId="3963933616" sldId="271"/>
            <ac:inkMk id="17" creationId="{53FB1681-3776-BB67-28A3-465F4A6A1A72}"/>
          </ac:inkMkLst>
        </pc:inkChg>
        <pc:inkChg chg="add">
          <ac:chgData name="Louis-Bosch Malan" userId="67d63ac36b593411" providerId="LiveId" clId="{70063C88-AE20-4B97-A504-785602946100}" dt="2026-10-15T09:37:19.814" v="404" actId="9405"/>
          <ac:inkMkLst>
            <pc:docMk/>
            <pc:sldMk cId="3963933616" sldId="271"/>
            <ac:inkMk id="18" creationId="{C8F75C70-35D2-065D-D921-0DD6C98448EE}"/>
          </ac:inkMkLst>
        </pc:inkChg>
      </pc:sldChg>
      <pc:sldChg chg="addSp delSp modSp new mod">
        <pc:chgData name="Louis-Bosch Malan" userId="67d63ac36b593411" providerId="LiveId" clId="{70063C88-AE20-4B97-A504-785602946100}" dt="2026-10-15T12:40:21.192" v="740"/>
        <pc:sldMkLst>
          <pc:docMk/>
          <pc:sldMk cId="4038099351" sldId="272"/>
        </pc:sldMkLst>
        <pc:spChg chg="add mod">
          <ac:chgData name="Louis-Bosch Malan" userId="67d63ac36b593411" providerId="LiveId" clId="{70063C88-AE20-4B97-A504-785602946100}" dt="2026-10-15T12:31:04.691" v="489" actId="20577"/>
          <ac:spMkLst>
            <pc:docMk/>
            <pc:sldMk cId="4038099351" sldId="272"/>
            <ac:spMk id="5" creationId="{03A4D7EE-1E27-2A9D-20DF-F8E5F7CACF3A}"/>
          </ac:spMkLst>
        </pc:spChg>
        <pc:spChg chg="add mod">
          <ac:chgData name="Louis-Bosch Malan" userId="67d63ac36b593411" providerId="LiveId" clId="{70063C88-AE20-4B97-A504-785602946100}" dt="2026-10-15T12:31:59.007" v="539" actId="20577"/>
          <ac:spMkLst>
            <pc:docMk/>
            <pc:sldMk cId="4038099351" sldId="272"/>
            <ac:spMk id="6" creationId="{48210EE2-CDFE-CCFA-4EA2-8B1013656BA0}"/>
          </ac:spMkLst>
        </pc:spChg>
        <pc:spChg chg="add mod">
          <ac:chgData name="Louis-Bosch Malan" userId="67d63ac36b593411" providerId="LiveId" clId="{70063C88-AE20-4B97-A504-785602946100}" dt="2026-10-15T12:32:20.041" v="551" actId="20577"/>
          <ac:spMkLst>
            <pc:docMk/>
            <pc:sldMk cId="4038099351" sldId="272"/>
            <ac:spMk id="8" creationId="{194EDD2A-35D0-C9E7-DE30-ED912E2EA6E6}"/>
          </ac:spMkLst>
        </pc:spChg>
        <pc:spChg chg="add mod">
          <ac:chgData name="Louis-Bosch Malan" userId="67d63ac36b593411" providerId="LiveId" clId="{70063C88-AE20-4B97-A504-785602946100}" dt="2026-10-15T12:40:13.101" v="737" actId="1076"/>
          <ac:spMkLst>
            <pc:docMk/>
            <pc:sldMk cId="4038099351" sldId="272"/>
            <ac:spMk id="10" creationId="{DB2C5CBF-59D3-9024-EE82-5041588A032F}"/>
          </ac:spMkLst>
        </pc:spChg>
        <pc:spChg chg="add mod">
          <ac:chgData name="Louis-Bosch Malan" userId="67d63ac36b593411" providerId="LiveId" clId="{70063C88-AE20-4B97-A504-785602946100}" dt="2026-10-15T12:40:09.818" v="736" actId="1076"/>
          <ac:spMkLst>
            <pc:docMk/>
            <pc:sldMk cId="4038099351" sldId="272"/>
            <ac:spMk id="12" creationId="{556C0230-5268-3BC3-D45A-50687123AD4D}"/>
          </ac:spMkLst>
        </pc:spChg>
        <pc:spChg chg="add del mod">
          <ac:chgData name="Louis-Bosch Malan" userId="67d63ac36b593411" providerId="LiveId" clId="{70063C88-AE20-4B97-A504-785602946100}" dt="2026-10-15T12:40:05.286" v="735" actId="1076"/>
          <ac:spMkLst>
            <pc:docMk/>
            <pc:sldMk cId="4038099351" sldId="272"/>
            <ac:spMk id="14" creationId="{B5AD2F4C-AFB5-9548-86AE-53230AFC4569}"/>
          </ac:spMkLst>
        </pc:spChg>
        <pc:spChg chg="add del">
          <ac:chgData name="Louis-Bosch Malan" userId="67d63ac36b593411" providerId="LiveId" clId="{70063C88-AE20-4B97-A504-785602946100}" dt="2026-10-15T12:35:14.569" v="631" actId="22"/>
          <ac:spMkLst>
            <pc:docMk/>
            <pc:sldMk cId="4038099351" sldId="272"/>
            <ac:spMk id="16" creationId="{5D144212-F56D-6CBB-AEF2-4DED17563381}"/>
          </ac:spMkLst>
        </pc:spChg>
        <pc:spChg chg="add mod">
          <ac:chgData name="Louis-Bosch Malan" userId="67d63ac36b593411" providerId="LiveId" clId="{70063C88-AE20-4B97-A504-785602946100}" dt="2026-10-15T12:37:02.031" v="727" actId="14100"/>
          <ac:spMkLst>
            <pc:docMk/>
            <pc:sldMk cId="4038099351" sldId="272"/>
            <ac:spMk id="18" creationId="{FB892E6D-D6CA-14C3-39EC-174E41E10A2E}"/>
          </ac:spMkLst>
        </pc:spChg>
        <pc:spChg chg="add del mod">
          <ac:chgData name="Louis-Bosch Malan" userId="67d63ac36b593411" providerId="LiveId" clId="{70063C88-AE20-4B97-A504-785602946100}" dt="2026-10-15T12:40:21.192" v="740"/>
          <ac:spMkLst>
            <pc:docMk/>
            <pc:sldMk cId="4038099351" sldId="272"/>
            <ac:spMk id="21" creationId="{043BE83B-DF02-B9C5-FF64-29CCAC03CDE8}"/>
          </ac:spMkLst>
        </pc:spChg>
        <pc:picChg chg="add del">
          <ac:chgData name="Louis-Bosch Malan" userId="67d63ac36b593411" providerId="LiveId" clId="{70063C88-AE20-4B97-A504-785602946100}" dt="2026-10-15T12:30:35.351" v="456" actId="478"/>
          <ac:picMkLst>
            <pc:docMk/>
            <pc:sldMk cId="4038099351" sldId="272"/>
            <ac:picMk id="3" creationId="{9A8F5AAE-DB91-6B68-8C30-8F241BE78E71}"/>
          </ac:picMkLst>
        </pc:picChg>
        <pc:picChg chg="add mod">
          <ac:chgData name="Louis-Bosch Malan" userId="67d63ac36b593411" providerId="LiveId" clId="{70063C88-AE20-4B97-A504-785602946100}" dt="2026-10-15T12:40:02.516" v="734" actId="1076"/>
          <ac:picMkLst>
            <pc:docMk/>
            <pc:sldMk cId="4038099351" sldId="272"/>
            <ac:picMk id="20" creationId="{559B1641-F00E-0F26-BF79-E002F2DC240A}"/>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09:35:08.658"/>
    </inkml:context>
    <inkml:brush xml:id="br0">
      <inkml:brushProperty name="width" value="0.035" units="cm"/>
      <inkml:brushProperty name="height" value="0.035" units="cm"/>
      <inkml:brushProperty name="color" value="#E71224"/>
    </inkml:brush>
  </inkml:definitions>
  <inkml:trace contextRef="#ctx0" brushRef="#br0">1380 48 24575,'-19'1'0,"1"1"0,-1 1 0,-27 8 0,-25 4 0,-105-8 0,37-3 0,107 1 0,-55 14 0,42-8 0,26-5 0,1 1 0,0 1 0,0 1 0,1 0 0,-25 18 0,21-14 0,-16 14 0,1 2 0,2 1 0,1 1 0,-39 49 0,10-5 0,39-45 0,-1-2 0,-1 0 0,-48 40 0,60-57 0,0 0 0,1 1 0,1 0 0,0 1 0,1 0 0,0 0 0,1 1 0,0 1 0,1 0 0,1 0 0,0 0 0,-5 19 0,6-11 0,0 1 0,2 0 0,0 0 0,2 0 0,1 0 0,0 0 0,6 43 0,-4-60 0,1-1 0,0 1 0,0 0 0,0-1 0,0 0 0,1 1 0,0-1 0,1 0 0,0 0 0,-1-1 0,2 1 0,-1-1 0,1 0 0,-1 0 0,1 0 0,1-1 0,10 8 0,6 1 0,0-1 0,1-1 0,34 12 0,-55-22 0,58 22 0,34 14 0,158 41 0,-221-71 0,0-2 0,-1 0 0,2-2 0,-1-2 0,0-1 0,0-1 0,0-1 0,0-2 0,53-14 0,-68 13 0,0-2 0,0 0 0,-1-1 0,0 0 0,24-18 0,66-63 0,-30 25 0,-41 37 0,-17 15 0,0-1 0,23-24 0,-35 31 0,0 0 0,-1 0 0,0 0 0,0 0 0,0-1 0,-1 0 0,0 0 0,0 0 0,-1 0 0,1 0 0,0-9 0,2-31 0,-2 0 0,-2 0 0,-7-55 0,1-16 0,3 92 0,-1 1 0,-1-1 0,-1 1 0,-2 0 0,-12-31 0,5 13 0,14 39 0,-1 0 0,1 1 0,-1-1 0,1 0 0,0 0 0,1 0 0,-1 1 0,1-1 0,0 0 0,-1 0 0,2 1 0,-1-1 0,0 1 0,1-1 0,-1 1 0,1 0 0,0-1 0,0 1 0,4-4 0,7-9 0,0 1 0,23-19 0,-16 15 0,-17 15 0,21-18 0,-1-2 0,-1-1 0,-1 0 0,26-43 0,-46 67 3,0 0 0,-1 0 0,1 0 0,0 0 0,-1-1 0,1 1 0,-1 0 0,0 0 0,1 0 0,-1-1 0,0 1 0,0 0 0,0 0 0,0-1 0,0 1 0,0 0 0,0 0 0,0 0 0,0-1 0,0 1 0,-1 0 0,1 0 0,-1 0 0,1-1 0,-1 1 0,1 0 0,-1 0 0,0 0 0,1 0 0,-1 0 0,0 0 0,0 0 1,0 0-1,0 0 0,1 1 0,-1-1 0,-2-1 0,-2 0-188,1 0 0,-1 0 0,0 1 0,0 0 0,0 0 0,0 0 0,-9-1 0,-18 1-6641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09:37:17.275"/>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09:37:19.812"/>
    </inkml:context>
    <inkml:brush xml:id="br0">
      <inkml:brushProperty name="width" value="0.035" units="cm"/>
      <inkml:brushProperty name="height" value="0.035" units="cm"/>
      <inkml:brushProperty name="color" value="#E71224"/>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192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Opening: This presentation reviews a multiple linear regression model that predicts </a:t>
            </a:r>
            <a:r>
              <a:rPr dirty="0" err="1"/>
              <a:t>IntRate</a:t>
            </a:r>
            <a:r>
              <a:rPr dirty="0"/>
              <a:t> using borrower and loan characteristics. The focus is not only on fit, but also on interpretation, validation and responsible use in credit-risk decisions. Add your name, course or </a:t>
            </a:r>
            <a:r>
              <a:rPr dirty="0" err="1"/>
              <a:t>organisation</a:t>
            </a:r>
            <a:r>
              <a:rPr dirty="0"/>
              <a:t> before presenting.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4400" dirty="0"/>
              <a:t>Explain that </a:t>
            </a:r>
            <a:r>
              <a:rPr lang="en-GB" sz="4400" dirty="0"/>
              <a:t>interest rate</a:t>
            </a:r>
            <a:r>
              <a:rPr sz="4400" dirty="0"/>
              <a:t> is the target variable. DTI, </a:t>
            </a:r>
            <a:r>
              <a:rPr sz="4400" dirty="0" err="1"/>
              <a:t>HistLen</a:t>
            </a:r>
            <a:r>
              <a:rPr sz="4400" dirty="0"/>
              <a:t> and Age are numerical predictors; </a:t>
            </a:r>
            <a:r>
              <a:rPr sz="4400" dirty="0" err="1"/>
              <a:t>EmpStatus</a:t>
            </a:r>
            <a:r>
              <a:rPr sz="4400" dirty="0"/>
              <a:t>, </a:t>
            </a:r>
            <a:r>
              <a:rPr sz="4400" dirty="0" err="1"/>
              <a:t>HomeOwn</a:t>
            </a:r>
            <a:r>
              <a:rPr sz="4400" dirty="0"/>
              <a:t> and Purpose are categorical predictors represented by indicator variables. The model uses 8,004 observations. </a:t>
            </a:r>
            <a:endParaRPr sz="2800"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ZA" dirty="0"/>
          </a:p>
        </p:txBody>
      </p:sp>
    </p:spTree>
    <p:extLst>
      <p:ext uri="{BB962C8B-B14F-4D97-AF65-F5344CB8AC3E}">
        <p14:creationId xmlns:p14="http://schemas.microsoft.com/office/powerpoint/2010/main" val="1213700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that R-squared is the proportion of observed variation accounted for by the fitted model in this dataset. Adjusted R-squared is similar, which suggests the reported fit remains high after accounting for the number of predictors. The F-statistic tests whether the explanatory variables are jointly useful compared with an intercept-only model. The printed p-value of 0.00 is rounding, not a literal probability of zero. High in-sample R-squared does not establish performance on new borrowers.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E1319-DA81-B445-8839-5CD9BBF2A1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5A6068-AD45-A927-78BA-18D256C4D8C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F044E8A-77EE-5682-4445-BEC6963BAE10}"/>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858A3033-C6A3-5DEA-DDFE-B23B1C22DD9F}"/>
              </a:ext>
            </a:extLst>
          </p:cNvPr>
          <p:cNvSpPr>
            <a:spLocks noGrp="1"/>
          </p:cNvSpPr>
          <p:nvPr>
            <p:ph type="sldNum" sz="quarter" idx="5"/>
          </p:nvPr>
        </p:nvSpPr>
        <p:spPr/>
      </p:sp>
    </p:spTree>
    <p:extLst>
      <p:ext uri="{BB962C8B-B14F-4D97-AF65-F5344CB8AC3E}">
        <p14:creationId xmlns:p14="http://schemas.microsoft.com/office/powerpoint/2010/main" val="37138577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average error of about 1.043 and maximum error of 7.12 were previously reported, but the exact error definition has not been confirmed. Do not label 1.043 as MAE unless it was calculated as the mean absolute error. The 5,004 count is about 62.5% of 8,004, assuming the count truly refers to absolute errors below one. These figures should be checked against code. The Shapiro–Wilk result is relevant only if it was applied to residuals; if it was applied to the raw target, rerun it on </a:t>
            </a:r>
            <a:r>
              <a:rPr dirty="0" err="1"/>
              <a:t>model_sign.resid</a:t>
            </a:r>
            <a:r>
              <a:rPr dirty="0"/>
              <a:t>. With 8,004 cases, use a Q–Q plot and residuals-versus-fitted plot alongside formal tests. No actual diagnostic plot is included here because the residual-level data were not provided.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40BCD-3788-1988-D48F-1C5CEC45D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7327DE-7226-6D44-3440-1CABAF82681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76F4A47-70F0-190D-CC64-C1772656BF54}"/>
              </a:ext>
            </a:extLst>
          </p:cNvPr>
          <p:cNvSpPr>
            <a:spLocks noGrp="1"/>
          </p:cNvSpPr>
          <p:nvPr>
            <p:ph type="body" sz="quarter" idx="3"/>
          </p:nvPr>
        </p:nvSpPr>
        <p:spPr/>
        <p:txBody>
          <a:bodyPr/>
          <a:lstStyle/>
          <a:p>
            <a:r>
              <a:rPr dirty="0"/>
              <a:t>The average error of about 1.043 and maximum error of 7.12 were previously reported, but the exact error definition has not been confirmed. Do not label 1.043 as MAE unless it was calculated as the mean absolute error. The 5,004 count is about 62.5% of 8,004, assuming the count truly refers to absolute errors below one. These figures should be checked against code. The Shapiro–Wilk result is relevant only if it was applied to residuals; if it was applied to the raw target, rerun it on </a:t>
            </a:r>
            <a:r>
              <a:rPr dirty="0" err="1"/>
              <a:t>model_sign.resid</a:t>
            </a:r>
            <a:r>
              <a:rPr dirty="0"/>
              <a:t>. With 8,004 cases, use a Q–Q plot and residuals-versus-fitted plot alongside formal tests. No actual diagnostic plot is included here because the residual-level data were not provided.</a:t>
            </a:r>
          </a:p>
        </p:txBody>
      </p:sp>
      <p:sp>
        <p:nvSpPr>
          <p:cNvPr id="4" name="Slide Number Placeholder 3">
            <a:extLst>
              <a:ext uri="{FF2B5EF4-FFF2-40B4-BE49-F238E27FC236}">
                <a16:creationId xmlns:a16="http://schemas.microsoft.com/office/drawing/2014/main" id="{CE20E91A-CCC2-829F-6B8F-9724C64CEECA}"/>
              </a:ext>
            </a:extLst>
          </p:cNvPr>
          <p:cNvSpPr>
            <a:spLocks noGrp="1"/>
          </p:cNvSpPr>
          <p:nvPr>
            <p:ph type="sldNum" sz="quarter" idx="5"/>
          </p:nvPr>
        </p:nvSpPr>
        <p:spPr/>
      </p:sp>
    </p:spTree>
    <p:extLst>
      <p:ext uri="{BB962C8B-B14F-4D97-AF65-F5344CB8AC3E}">
        <p14:creationId xmlns:p14="http://schemas.microsoft.com/office/powerpoint/2010/main" val="6375061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distinguishing statistical fit from a production-ready credit-risk model. Before deployment, use a proper train/test split or cross-validation, compare baseline models, report MAE and RMSE on unseen data, inspect residual assumptions and influential cases, and conduct appropriate fairness and governance checks. The model should support—not replace—policy, regulatory, affordability and human review. Avoid making a claim that the model should set actual loan rates without further validation.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customXml" Target="../ink/ink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732520" y="0"/>
            <a:ext cx="3474720" cy="6858000"/>
          </a:xfrm>
          <a:prstGeom prst="rect">
            <a:avLst/>
          </a:prstGeom>
          <a:solidFill>
            <a:srgbClr val="2C5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646920" y="0"/>
            <a:ext cx="2560320" cy="6858000"/>
          </a:xfrm>
          <a:prstGeom prst="rect">
            <a:avLst/>
          </a:prstGeom>
          <a:solidFill>
            <a:srgbClr val="25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051560"/>
            <a:ext cx="8046720" cy="411480"/>
          </a:xfrm>
          <a:prstGeom prst="rect">
            <a:avLst/>
          </a:prstGeom>
          <a:noFill/>
        </p:spPr>
        <p:txBody>
          <a:bodyPr wrap="square">
            <a:spAutoFit/>
          </a:bodyPr>
          <a:lstStyle/>
          <a:p>
            <a:pPr>
              <a:spcAft>
                <a:spcPts val="500"/>
              </a:spcAft>
              <a:defRPr sz="1300" b="1">
                <a:solidFill>
                  <a:srgbClr val="96D6CF"/>
                </a:solidFill>
                <a:latin typeface="Aptos"/>
              </a:defRPr>
            </a:pPr>
            <a:r>
              <a:t>BUSINESS &amp; CREDIT RISK ANALYTICS</a:t>
            </a:r>
          </a:p>
        </p:txBody>
      </p:sp>
      <p:sp>
        <p:nvSpPr>
          <p:cNvPr id="6" name="TextBox 5"/>
          <p:cNvSpPr txBox="1"/>
          <p:nvPr/>
        </p:nvSpPr>
        <p:spPr>
          <a:xfrm>
            <a:off x="777240" y="1828800"/>
            <a:ext cx="7772400" cy="1371600"/>
          </a:xfrm>
          <a:prstGeom prst="rect">
            <a:avLst/>
          </a:prstGeom>
          <a:noFill/>
        </p:spPr>
        <p:txBody>
          <a:bodyPr wrap="square">
            <a:spAutoFit/>
          </a:bodyPr>
          <a:lstStyle/>
          <a:p>
            <a:pPr>
              <a:spcAft>
                <a:spcPts val="500"/>
              </a:spcAft>
              <a:defRPr sz="3400" b="1">
                <a:solidFill>
                  <a:srgbClr val="FFFFFF"/>
                </a:solidFill>
                <a:latin typeface="Aptos"/>
              </a:defRPr>
            </a:pPr>
            <a:r>
              <a:t>Predicting Interest Rates</a:t>
            </a:r>
          </a:p>
          <a:p>
            <a:pPr>
              <a:spcAft>
                <a:spcPts val="500"/>
              </a:spcAft>
              <a:defRPr sz="3400" b="1">
                <a:solidFill>
                  <a:srgbClr val="FFFFFF"/>
                </a:solidFill>
                <a:latin typeface="Aptos"/>
              </a:defRPr>
            </a:pPr>
            <a:r>
              <a:t>with Linear Regression</a:t>
            </a:r>
          </a:p>
        </p:txBody>
      </p:sp>
      <p:sp>
        <p:nvSpPr>
          <p:cNvPr id="7" name="TextBox 6"/>
          <p:cNvSpPr txBox="1"/>
          <p:nvPr/>
        </p:nvSpPr>
        <p:spPr>
          <a:xfrm>
            <a:off x="822960" y="3794760"/>
            <a:ext cx="7132320" cy="731520"/>
          </a:xfrm>
          <a:prstGeom prst="rect">
            <a:avLst/>
          </a:prstGeom>
          <a:noFill/>
        </p:spPr>
        <p:txBody>
          <a:bodyPr wrap="square">
            <a:spAutoFit/>
          </a:bodyPr>
          <a:lstStyle/>
          <a:p>
            <a:pPr>
              <a:spcAft>
                <a:spcPts val="500"/>
              </a:spcAft>
              <a:defRPr sz="1800" b="0">
                <a:solidFill>
                  <a:srgbClr val="E1E9F3"/>
                </a:solidFill>
                <a:latin typeface="Aptos"/>
              </a:defRPr>
            </a:pPr>
            <a:r>
              <a:t>Model results, key drivers, prediction performance and limitations</a:t>
            </a:r>
          </a:p>
        </p:txBody>
      </p:sp>
      <p:sp>
        <p:nvSpPr>
          <p:cNvPr id="8" name="TextBox 7"/>
          <p:cNvSpPr txBox="1"/>
          <p:nvPr/>
        </p:nvSpPr>
        <p:spPr>
          <a:xfrm>
            <a:off x="822960" y="5897880"/>
            <a:ext cx="7132320" cy="320040"/>
          </a:xfrm>
          <a:prstGeom prst="rect">
            <a:avLst/>
          </a:prstGeom>
          <a:noFill/>
        </p:spPr>
        <p:txBody>
          <a:bodyPr wrap="square">
            <a:spAutoFit/>
          </a:bodyPr>
          <a:lstStyle/>
          <a:p>
            <a:pPr>
              <a:spcAft>
                <a:spcPts val="500"/>
              </a:spcAft>
              <a:defRPr sz="1300" b="0">
                <a:solidFill>
                  <a:srgbClr val="FFFFFF"/>
                </a:solidFill>
                <a:latin typeface="Aptos"/>
              </a:defRPr>
            </a:pPr>
            <a:r>
              <a:t>Python • Spyder • Statsmodels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344" y="37864"/>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10972800" cy="502920"/>
          </a:xfrm>
          <a:prstGeom prst="rect">
            <a:avLst/>
          </a:prstGeom>
          <a:noFill/>
        </p:spPr>
        <p:txBody>
          <a:bodyPr wrap="square">
            <a:spAutoFit/>
          </a:bodyPr>
          <a:lstStyle/>
          <a:p>
            <a:pPr>
              <a:spcAft>
                <a:spcPts val="500"/>
              </a:spcAft>
              <a:defRPr sz="2700" b="1">
                <a:solidFill>
                  <a:srgbClr val="182744"/>
                </a:solidFill>
                <a:latin typeface="Aptos"/>
              </a:defRPr>
            </a:pPr>
            <a:r>
              <a:rPr dirty="0"/>
              <a:t>1. Business question &amp; model setup</a:t>
            </a:r>
          </a:p>
        </p:txBody>
      </p:sp>
      <p:sp>
        <p:nvSpPr>
          <p:cNvPr id="4" name="TextBox 3"/>
          <p:cNvSpPr txBox="1"/>
          <p:nvPr/>
        </p:nvSpPr>
        <p:spPr>
          <a:xfrm>
            <a:off x="621792" y="896112"/>
            <a:ext cx="10972800" cy="320040"/>
          </a:xfrm>
          <a:prstGeom prst="rect">
            <a:avLst/>
          </a:prstGeom>
          <a:noFill/>
        </p:spPr>
        <p:txBody>
          <a:bodyPr wrap="square">
            <a:spAutoFit/>
          </a:bodyPr>
          <a:lstStyle/>
          <a:p>
            <a:pPr>
              <a:spcAft>
                <a:spcPts val="500"/>
              </a:spcAft>
              <a:defRPr sz="1100" b="0">
                <a:solidFill>
                  <a:srgbClr val="5F6C7A"/>
                </a:solidFill>
                <a:latin typeface="Aptos"/>
              </a:defRPr>
            </a:pPr>
            <a:r>
              <a:t>What are we trying to estimate?</a:t>
            </a:r>
          </a:p>
        </p:txBody>
      </p:sp>
      <p:sp>
        <p:nvSpPr>
          <p:cNvPr id="5" name="Rectangle 4"/>
          <p:cNvSpPr/>
          <p:nvPr/>
        </p:nvSpPr>
        <p:spPr>
          <a:xfrm>
            <a:off x="621792" y="1261872"/>
            <a:ext cx="1005840" cy="54864"/>
          </a:xfrm>
          <a:prstGeom prst="rect">
            <a:avLst/>
          </a:prstGeom>
          <a:solidFill>
            <a:srgbClr val="25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92840" y="6473952"/>
            <a:ext cx="411480" cy="182880"/>
          </a:xfrm>
          <a:prstGeom prst="rect">
            <a:avLst/>
          </a:prstGeom>
          <a:noFill/>
        </p:spPr>
        <p:txBody>
          <a:bodyPr wrap="square">
            <a:spAutoFit/>
          </a:bodyPr>
          <a:lstStyle/>
          <a:p>
            <a:pPr algn="r">
              <a:spcAft>
                <a:spcPts val="500"/>
              </a:spcAft>
              <a:defRPr sz="900" b="0">
                <a:solidFill>
                  <a:srgbClr val="5F6C7A"/>
                </a:solidFill>
                <a:latin typeface="Aptos"/>
              </a:defRPr>
            </a:pPr>
            <a:r>
              <a:t>2</a:t>
            </a:r>
          </a:p>
        </p:txBody>
      </p:sp>
      <p:sp>
        <p:nvSpPr>
          <p:cNvPr id="7" name="TextBox 6"/>
          <p:cNvSpPr txBox="1"/>
          <p:nvPr/>
        </p:nvSpPr>
        <p:spPr>
          <a:xfrm>
            <a:off x="685800" y="1600200"/>
            <a:ext cx="5120640" cy="548640"/>
          </a:xfrm>
          <a:prstGeom prst="rect">
            <a:avLst/>
          </a:prstGeom>
          <a:noFill/>
        </p:spPr>
        <p:txBody>
          <a:bodyPr wrap="square">
            <a:spAutoFit/>
          </a:bodyPr>
          <a:lstStyle/>
          <a:p>
            <a:pPr>
              <a:spcAft>
                <a:spcPts val="500"/>
              </a:spcAft>
              <a:defRPr sz="1200" b="1">
                <a:solidFill>
                  <a:srgbClr val="25827D"/>
                </a:solidFill>
                <a:latin typeface="Aptos"/>
              </a:defRPr>
            </a:pPr>
            <a:r>
              <a:t>TARGET</a:t>
            </a:r>
          </a:p>
        </p:txBody>
      </p:sp>
      <p:sp>
        <p:nvSpPr>
          <p:cNvPr id="8" name="TextBox 7"/>
          <p:cNvSpPr txBox="1"/>
          <p:nvPr/>
        </p:nvSpPr>
        <p:spPr>
          <a:xfrm>
            <a:off x="685800" y="1965960"/>
            <a:ext cx="5212080" cy="461665"/>
          </a:xfrm>
          <a:prstGeom prst="rect">
            <a:avLst/>
          </a:prstGeom>
          <a:noFill/>
        </p:spPr>
        <p:txBody>
          <a:bodyPr wrap="square">
            <a:spAutoFit/>
          </a:bodyPr>
          <a:lstStyle/>
          <a:p>
            <a:pPr>
              <a:spcAft>
                <a:spcPts val="500"/>
              </a:spcAft>
              <a:defRPr sz="2400" b="1">
                <a:solidFill>
                  <a:srgbClr val="182744"/>
                </a:solidFill>
                <a:latin typeface="Aptos"/>
              </a:defRPr>
            </a:pPr>
            <a:r>
              <a:rPr lang="en-GB" dirty="0"/>
              <a:t>To predict the</a:t>
            </a:r>
            <a:r>
              <a:rPr dirty="0"/>
              <a:t> interest rate</a:t>
            </a:r>
          </a:p>
        </p:txBody>
      </p:sp>
      <p:sp>
        <p:nvSpPr>
          <p:cNvPr id="9" name="TextBox 8"/>
          <p:cNvSpPr txBox="1"/>
          <p:nvPr/>
        </p:nvSpPr>
        <p:spPr>
          <a:xfrm>
            <a:off x="299393" y="2834640"/>
            <a:ext cx="5074920" cy="1264449"/>
          </a:xfrm>
          <a:prstGeom prst="rect">
            <a:avLst/>
          </a:prstGeom>
          <a:noFill/>
        </p:spPr>
        <p:txBody>
          <a:bodyPr wrap="square">
            <a:spAutoFit/>
          </a:bodyPr>
          <a:lstStyle/>
          <a:p>
            <a:pPr>
              <a:spcAft>
                <a:spcPts val="500"/>
              </a:spcAft>
              <a:defRPr sz="1800" b="0">
                <a:solidFill>
                  <a:srgbClr val="272F3A"/>
                </a:solidFill>
                <a:latin typeface="Aptos"/>
              </a:defRPr>
            </a:pPr>
            <a:r>
              <a:rPr lang="en-GB" dirty="0"/>
              <a:t>We want to see if can built a model that can predict the interest rate of our </a:t>
            </a:r>
            <a:r>
              <a:rPr lang="en-GB" dirty="0" err="1"/>
              <a:t>individuels.Before</a:t>
            </a:r>
            <a:r>
              <a:rPr lang="en-GB" dirty="0"/>
              <a:t> </a:t>
            </a:r>
          </a:p>
          <a:p>
            <a:pPr>
              <a:spcAft>
                <a:spcPts val="500"/>
              </a:spcAft>
              <a:defRPr sz="1800" b="0">
                <a:solidFill>
                  <a:srgbClr val="272F3A"/>
                </a:solidFill>
                <a:latin typeface="Aptos"/>
              </a:defRPr>
            </a:pPr>
            <a:r>
              <a:rPr lang="en-GB" dirty="0"/>
              <a:t>we use a other model to predict if the </a:t>
            </a:r>
            <a:r>
              <a:rPr lang="en-GB" dirty="0" err="1"/>
              <a:t>wil</a:t>
            </a:r>
            <a:r>
              <a:rPr lang="en-GB" dirty="0"/>
              <a:t> pay or not</a:t>
            </a:r>
            <a:endParaRPr dirty="0"/>
          </a:p>
        </p:txBody>
      </p:sp>
      <p:sp>
        <p:nvSpPr>
          <p:cNvPr id="10" name="TextBox 9"/>
          <p:cNvSpPr txBox="1"/>
          <p:nvPr/>
        </p:nvSpPr>
        <p:spPr>
          <a:xfrm>
            <a:off x="6217920" y="1600200"/>
            <a:ext cx="4937760" cy="548640"/>
          </a:xfrm>
          <a:prstGeom prst="rect">
            <a:avLst/>
          </a:prstGeom>
          <a:noFill/>
        </p:spPr>
        <p:txBody>
          <a:bodyPr wrap="square">
            <a:spAutoFit/>
          </a:bodyPr>
          <a:lstStyle/>
          <a:p>
            <a:pPr>
              <a:spcAft>
                <a:spcPts val="500"/>
              </a:spcAft>
              <a:defRPr sz="1200" b="1">
                <a:solidFill>
                  <a:srgbClr val="25827D"/>
                </a:solidFill>
                <a:latin typeface="Aptos"/>
              </a:defRPr>
            </a:pPr>
            <a:r>
              <a:t>MODEL INPUTS</a:t>
            </a:r>
          </a:p>
        </p:txBody>
      </p:sp>
      <p:sp>
        <p:nvSpPr>
          <p:cNvPr id="11" name="TextBox 10"/>
          <p:cNvSpPr txBox="1"/>
          <p:nvPr/>
        </p:nvSpPr>
        <p:spPr>
          <a:xfrm>
            <a:off x="6217920" y="1965960"/>
            <a:ext cx="4937760" cy="2123658"/>
          </a:xfrm>
          <a:prstGeom prst="rect">
            <a:avLst/>
          </a:prstGeom>
          <a:noFill/>
        </p:spPr>
        <p:txBody>
          <a:bodyPr wrap="square">
            <a:spAutoFit/>
          </a:bodyPr>
          <a:lstStyle/>
          <a:p>
            <a:pPr>
              <a:spcAft>
                <a:spcPts val="900"/>
              </a:spcAft>
              <a:defRPr sz="1700">
                <a:solidFill>
                  <a:srgbClr val="272F3A"/>
                </a:solidFill>
                <a:latin typeface="Aptos"/>
              </a:defRPr>
            </a:pPr>
            <a:r>
              <a:rPr dirty="0"/>
              <a:t>•  </a:t>
            </a:r>
            <a:r>
              <a:rPr lang="en-GB" dirty="0"/>
              <a:t>3 </a:t>
            </a:r>
            <a:r>
              <a:rPr dirty="0"/>
              <a:t>Numerical</a:t>
            </a:r>
            <a:r>
              <a:rPr lang="en-GB" dirty="0"/>
              <a:t> variables </a:t>
            </a:r>
            <a:r>
              <a:rPr dirty="0"/>
              <a:t>: DTI, </a:t>
            </a:r>
            <a:r>
              <a:rPr dirty="0" err="1"/>
              <a:t>HistLen</a:t>
            </a:r>
            <a:r>
              <a:rPr dirty="0"/>
              <a:t>, Age</a:t>
            </a:r>
          </a:p>
          <a:p>
            <a:pPr>
              <a:spcAft>
                <a:spcPts val="900"/>
              </a:spcAft>
              <a:defRPr sz="1700">
                <a:solidFill>
                  <a:srgbClr val="272F3A"/>
                </a:solidFill>
                <a:latin typeface="Aptos"/>
              </a:defRPr>
            </a:pPr>
            <a:r>
              <a:rPr dirty="0"/>
              <a:t>•  </a:t>
            </a:r>
            <a:r>
              <a:rPr lang="en-GB" dirty="0"/>
              <a:t>3 </a:t>
            </a:r>
            <a:r>
              <a:rPr dirty="0"/>
              <a:t>Categorical</a:t>
            </a:r>
            <a:r>
              <a:rPr lang="en-GB" dirty="0"/>
              <a:t> variables</a:t>
            </a:r>
            <a:r>
              <a:rPr dirty="0"/>
              <a:t>: </a:t>
            </a:r>
            <a:r>
              <a:rPr dirty="0" err="1"/>
              <a:t>EmpStatus</a:t>
            </a:r>
            <a:r>
              <a:rPr dirty="0"/>
              <a:t>, </a:t>
            </a:r>
            <a:r>
              <a:rPr dirty="0" err="1"/>
              <a:t>HomeOwn</a:t>
            </a:r>
            <a:r>
              <a:rPr dirty="0"/>
              <a:t>, </a:t>
            </a:r>
            <a:r>
              <a:rPr lang="en-GB" dirty="0"/>
              <a:t>						</a:t>
            </a:r>
            <a:r>
              <a:rPr dirty="0"/>
              <a:t>Purpose</a:t>
            </a:r>
          </a:p>
          <a:p>
            <a:pPr>
              <a:spcAft>
                <a:spcPts val="900"/>
              </a:spcAft>
              <a:defRPr sz="1700">
                <a:solidFill>
                  <a:srgbClr val="272F3A"/>
                </a:solidFill>
                <a:latin typeface="Aptos"/>
              </a:defRPr>
            </a:pPr>
            <a:r>
              <a:rPr dirty="0"/>
              <a:t>•  Sample: 8004 observations</a:t>
            </a:r>
            <a:r>
              <a:rPr lang="en-GB" dirty="0"/>
              <a:t> of our train data</a:t>
            </a:r>
          </a:p>
          <a:p>
            <a:pPr>
              <a:spcAft>
                <a:spcPts val="900"/>
              </a:spcAft>
              <a:defRPr sz="1700">
                <a:solidFill>
                  <a:srgbClr val="272F3A"/>
                </a:solidFill>
                <a:latin typeface="Aptos"/>
              </a:defRPr>
            </a:pPr>
            <a:r>
              <a:rPr lang="en-GB" dirty="0"/>
              <a:t>		and 2001 observation of our test data</a:t>
            </a:r>
            <a:endParaRPr dirty="0"/>
          </a:p>
          <a:p>
            <a:pPr>
              <a:spcAft>
                <a:spcPts val="900"/>
              </a:spcAft>
              <a:defRPr sz="1700">
                <a:solidFill>
                  <a:srgbClr val="272F3A"/>
                </a:solidFill>
                <a:latin typeface="Aptos"/>
              </a:defRPr>
            </a:pPr>
            <a:r>
              <a:rPr dirty="0"/>
              <a:t>•  Method: ordinary least squares (OLS)</a:t>
            </a:r>
          </a:p>
        </p:txBody>
      </p:sp>
      <p:sp>
        <p:nvSpPr>
          <p:cNvPr id="12" name="TextBox 11"/>
          <p:cNvSpPr txBox="1"/>
          <p:nvPr/>
        </p:nvSpPr>
        <p:spPr>
          <a:xfrm>
            <a:off x="713232" y="5029200"/>
            <a:ext cx="10607040" cy="777240"/>
          </a:xfrm>
          <a:prstGeom prst="rect">
            <a:avLst/>
          </a:prstGeom>
          <a:noFill/>
        </p:spPr>
        <p:txBody>
          <a:bodyPr wrap="square">
            <a:spAutoFit/>
          </a:bodyPr>
          <a:lstStyle/>
          <a:p>
            <a:pPr>
              <a:spcAft>
                <a:spcPts val="500"/>
              </a:spcAft>
              <a:defRPr sz="1600" b="0">
                <a:solidFill>
                  <a:srgbClr val="5F6C7A"/>
                </a:solidFill>
                <a:latin typeface="Aptos"/>
              </a:defRPr>
            </a:pPr>
            <a:r>
              <a:rPr dirty="0"/>
              <a:t>Interpretation is conditional: coefficients describe associations while the other included predictors are held constant.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3A4D7EE-1E27-2A9D-20DF-F8E5F7CACF3A}"/>
              </a:ext>
            </a:extLst>
          </p:cNvPr>
          <p:cNvSpPr txBox="1"/>
          <p:nvPr/>
        </p:nvSpPr>
        <p:spPr>
          <a:xfrm>
            <a:off x="594360" y="347472"/>
            <a:ext cx="10972800" cy="502920"/>
          </a:xfrm>
          <a:prstGeom prst="rect">
            <a:avLst/>
          </a:prstGeom>
          <a:noFill/>
        </p:spPr>
        <p:txBody>
          <a:bodyPr wrap="square">
            <a:spAutoFit/>
          </a:bodyPr>
          <a:lstStyle/>
          <a:p>
            <a:pPr>
              <a:spcAft>
                <a:spcPts val="500"/>
              </a:spcAft>
              <a:defRPr sz="2700" b="1">
                <a:solidFill>
                  <a:srgbClr val="182744"/>
                </a:solidFill>
                <a:latin typeface="Aptos"/>
              </a:defRPr>
            </a:pPr>
            <a:r>
              <a:rPr lang="en-GB" dirty="0" err="1"/>
              <a:t>Intrate</a:t>
            </a:r>
            <a:r>
              <a:rPr lang="en-GB" dirty="0"/>
              <a:t> is it normal</a:t>
            </a:r>
            <a:endParaRPr dirty="0"/>
          </a:p>
        </p:txBody>
      </p:sp>
      <p:sp>
        <p:nvSpPr>
          <p:cNvPr id="6" name="TextBox 5">
            <a:extLst>
              <a:ext uri="{FF2B5EF4-FFF2-40B4-BE49-F238E27FC236}">
                <a16:creationId xmlns:a16="http://schemas.microsoft.com/office/drawing/2014/main" id="{48210EE2-CDFE-CCFA-4EA2-8B1013656BA0}"/>
              </a:ext>
            </a:extLst>
          </p:cNvPr>
          <p:cNvSpPr txBox="1"/>
          <p:nvPr/>
        </p:nvSpPr>
        <p:spPr>
          <a:xfrm>
            <a:off x="725714" y="1364343"/>
            <a:ext cx="3207657" cy="646331"/>
          </a:xfrm>
          <a:prstGeom prst="rect">
            <a:avLst/>
          </a:prstGeom>
          <a:noFill/>
        </p:spPr>
        <p:txBody>
          <a:bodyPr wrap="square" rtlCol="0">
            <a:spAutoFit/>
          </a:bodyPr>
          <a:lstStyle/>
          <a:p>
            <a:r>
              <a:rPr lang="en-GB" dirty="0"/>
              <a:t>Ho : my interest rate normal </a:t>
            </a:r>
            <a:r>
              <a:rPr lang="en-GB" dirty="0" err="1"/>
              <a:t>distrubite</a:t>
            </a:r>
            <a:endParaRPr lang="en-ZA" dirty="0"/>
          </a:p>
        </p:txBody>
      </p:sp>
      <p:sp>
        <p:nvSpPr>
          <p:cNvPr id="8" name="TextBox 7">
            <a:extLst>
              <a:ext uri="{FF2B5EF4-FFF2-40B4-BE49-F238E27FC236}">
                <a16:creationId xmlns:a16="http://schemas.microsoft.com/office/drawing/2014/main" id="{194EDD2A-35D0-C9E7-DE30-ED912E2EA6E6}"/>
              </a:ext>
            </a:extLst>
          </p:cNvPr>
          <p:cNvSpPr txBox="1"/>
          <p:nvPr/>
        </p:nvSpPr>
        <p:spPr>
          <a:xfrm>
            <a:off x="725714" y="2010674"/>
            <a:ext cx="3207657" cy="646331"/>
          </a:xfrm>
          <a:prstGeom prst="rect">
            <a:avLst/>
          </a:prstGeom>
          <a:noFill/>
        </p:spPr>
        <p:txBody>
          <a:bodyPr wrap="square" rtlCol="0">
            <a:spAutoFit/>
          </a:bodyPr>
          <a:lstStyle/>
          <a:p>
            <a:r>
              <a:rPr lang="en-GB" dirty="0"/>
              <a:t>Ha : my interest rate is not normal </a:t>
            </a:r>
            <a:r>
              <a:rPr lang="en-GB" dirty="0" err="1"/>
              <a:t>distrubite</a:t>
            </a:r>
            <a:endParaRPr lang="en-ZA" dirty="0"/>
          </a:p>
        </p:txBody>
      </p:sp>
      <p:sp>
        <p:nvSpPr>
          <p:cNvPr id="10" name="TextBox 9">
            <a:extLst>
              <a:ext uri="{FF2B5EF4-FFF2-40B4-BE49-F238E27FC236}">
                <a16:creationId xmlns:a16="http://schemas.microsoft.com/office/drawing/2014/main" id="{DB2C5CBF-59D3-9024-EE82-5041588A032F}"/>
              </a:ext>
            </a:extLst>
          </p:cNvPr>
          <p:cNvSpPr txBox="1"/>
          <p:nvPr/>
        </p:nvSpPr>
        <p:spPr>
          <a:xfrm>
            <a:off x="5079640" y="1265108"/>
            <a:ext cx="4500154" cy="369332"/>
          </a:xfrm>
          <a:prstGeom prst="rect">
            <a:avLst/>
          </a:prstGeom>
          <a:noFill/>
        </p:spPr>
        <p:txBody>
          <a:bodyPr wrap="square" rtlCol="0">
            <a:spAutoFit/>
          </a:bodyPr>
          <a:lstStyle/>
          <a:p>
            <a:r>
              <a:rPr lang="en-GB" dirty="0" err="1"/>
              <a:t>Statistiek</a:t>
            </a:r>
            <a:r>
              <a:rPr lang="en-GB" dirty="0"/>
              <a:t> value: 0.8222758572474215</a:t>
            </a:r>
            <a:endParaRPr lang="en-ZA" dirty="0"/>
          </a:p>
        </p:txBody>
      </p:sp>
      <p:sp>
        <p:nvSpPr>
          <p:cNvPr id="12" name="TextBox 11">
            <a:extLst>
              <a:ext uri="{FF2B5EF4-FFF2-40B4-BE49-F238E27FC236}">
                <a16:creationId xmlns:a16="http://schemas.microsoft.com/office/drawing/2014/main" id="{556C0230-5268-3BC3-D45A-50687123AD4D}"/>
              </a:ext>
            </a:extLst>
          </p:cNvPr>
          <p:cNvSpPr txBox="1"/>
          <p:nvPr/>
        </p:nvSpPr>
        <p:spPr>
          <a:xfrm>
            <a:off x="5079640" y="1852245"/>
            <a:ext cx="4500154" cy="369332"/>
          </a:xfrm>
          <a:prstGeom prst="rect">
            <a:avLst/>
          </a:prstGeom>
          <a:noFill/>
        </p:spPr>
        <p:txBody>
          <a:bodyPr wrap="square" rtlCol="0">
            <a:spAutoFit/>
          </a:bodyPr>
          <a:lstStyle/>
          <a:p>
            <a:r>
              <a:rPr lang="en-GB" dirty="0"/>
              <a:t>A = 0.05</a:t>
            </a:r>
            <a:endParaRPr lang="en-ZA" dirty="0"/>
          </a:p>
        </p:txBody>
      </p:sp>
      <p:sp>
        <p:nvSpPr>
          <p:cNvPr id="14" name="TextBox 13">
            <a:extLst>
              <a:ext uri="{FF2B5EF4-FFF2-40B4-BE49-F238E27FC236}">
                <a16:creationId xmlns:a16="http://schemas.microsoft.com/office/drawing/2014/main" id="{B5AD2F4C-AFB5-9548-86AE-53230AFC4569}"/>
              </a:ext>
            </a:extLst>
          </p:cNvPr>
          <p:cNvSpPr txBox="1"/>
          <p:nvPr/>
        </p:nvSpPr>
        <p:spPr>
          <a:xfrm>
            <a:off x="5079640" y="2310756"/>
            <a:ext cx="4500154" cy="369332"/>
          </a:xfrm>
          <a:prstGeom prst="rect">
            <a:avLst/>
          </a:prstGeom>
          <a:noFill/>
        </p:spPr>
        <p:txBody>
          <a:bodyPr wrap="square" rtlCol="0">
            <a:spAutoFit/>
          </a:bodyPr>
          <a:lstStyle/>
          <a:p>
            <a:r>
              <a:rPr lang="en-GB" dirty="0" err="1"/>
              <a:t>p.Value</a:t>
            </a:r>
            <a:r>
              <a:rPr lang="en-GB" dirty="0"/>
              <a:t> is: 3.5617941349737897e-69 </a:t>
            </a:r>
            <a:endParaRPr lang="en-ZA" dirty="0"/>
          </a:p>
        </p:txBody>
      </p:sp>
      <p:sp>
        <p:nvSpPr>
          <p:cNvPr id="18" name="TextBox 17">
            <a:extLst>
              <a:ext uri="{FF2B5EF4-FFF2-40B4-BE49-F238E27FC236}">
                <a16:creationId xmlns:a16="http://schemas.microsoft.com/office/drawing/2014/main" id="{FB892E6D-D6CA-14C3-39EC-174E41E10A2E}"/>
              </a:ext>
            </a:extLst>
          </p:cNvPr>
          <p:cNvSpPr txBox="1"/>
          <p:nvPr/>
        </p:nvSpPr>
        <p:spPr>
          <a:xfrm>
            <a:off x="594360" y="2980170"/>
            <a:ext cx="9551126" cy="369332"/>
          </a:xfrm>
          <a:prstGeom prst="rect">
            <a:avLst/>
          </a:prstGeom>
          <a:noFill/>
        </p:spPr>
        <p:txBody>
          <a:bodyPr wrap="square" rtlCol="0">
            <a:spAutoFit/>
          </a:bodyPr>
          <a:lstStyle/>
          <a:p>
            <a:r>
              <a:rPr lang="en-GB" dirty="0"/>
              <a:t>Because p&lt;a we reject Ho .Meaning the data is not normally </a:t>
            </a:r>
            <a:r>
              <a:rPr lang="en-GB" dirty="0" err="1"/>
              <a:t>distrubited</a:t>
            </a:r>
            <a:endParaRPr lang="en-ZA" dirty="0"/>
          </a:p>
        </p:txBody>
      </p:sp>
      <p:pic>
        <p:nvPicPr>
          <p:cNvPr id="20" name="Picture 19">
            <a:extLst>
              <a:ext uri="{FF2B5EF4-FFF2-40B4-BE49-F238E27FC236}">
                <a16:creationId xmlns:a16="http://schemas.microsoft.com/office/drawing/2014/main" id="{559B1641-F00E-0F26-BF79-E002F2DC240A}"/>
              </a:ext>
            </a:extLst>
          </p:cNvPr>
          <p:cNvPicPr>
            <a:picLocks noChangeAspect="1"/>
          </p:cNvPicPr>
          <p:nvPr/>
        </p:nvPicPr>
        <p:blipFill>
          <a:blip r:embed="rId2"/>
          <a:stretch>
            <a:fillRect/>
          </a:stretch>
        </p:blipFill>
        <p:spPr>
          <a:xfrm>
            <a:off x="246742" y="3441835"/>
            <a:ext cx="10029372" cy="3508498"/>
          </a:xfrm>
          <a:prstGeom prst="rect">
            <a:avLst/>
          </a:prstGeom>
        </p:spPr>
      </p:pic>
    </p:spTree>
    <p:extLst>
      <p:ext uri="{BB962C8B-B14F-4D97-AF65-F5344CB8AC3E}">
        <p14:creationId xmlns:p14="http://schemas.microsoft.com/office/powerpoint/2010/main" val="4038099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6C3AA60-5C2D-4952-E33F-0BA308FCF32D}"/>
                  </a:ext>
                </a:extLst>
              </p:cNvPr>
              <p:cNvSpPr txBox="1">
                <a:spLocks noGrp="1" noRot="1" noMove="1" noResize="1" noEditPoints="1" noAdjustHandles="1" noChangeArrowheads="1" noChangeShapeType="1"/>
              </p:cNvSpPr>
              <p:nvPr/>
            </p:nvSpPr>
            <p:spPr>
              <a:xfrm>
                <a:off x="395134" y="1129514"/>
                <a:ext cx="10972800" cy="923330"/>
              </a:xfrm>
              <a:prstGeom prst="rect">
                <a:avLst/>
              </a:prstGeom>
              <a:noFill/>
            </p:spPr>
            <p:txBody>
              <a:bodyPr wrap="square" rtlCol="0">
                <a:spAutoFit/>
              </a:bodyPr>
              <a:lstStyle/>
              <a:p>
                <a:r>
                  <a:rPr lang="en-GB" dirty="0"/>
                  <a:t>Y = </a:t>
                </a:r>
                <a14:m>
                  <m:oMath xmlns:m="http://schemas.openxmlformats.org/officeDocument/2006/math">
                    <m:r>
                      <a:rPr lang="en-GB" dirty="0" smtClean="0">
                        <a:solidFill>
                          <a:schemeClr val="tx1"/>
                        </a:solidFill>
                        <a:latin typeface="Cambria Math" panose="02040503050406030204" pitchFamily="18" charset="0"/>
                      </a:rPr>
                      <m:t>22.6789−3.347</m:t>
                    </m:r>
                    <m:r>
                      <a:rPr lang="en-GB" b="0" i="0" dirty="0" smtClean="0">
                        <a:solidFill>
                          <a:schemeClr val="tx1"/>
                        </a:solidFill>
                        <a:latin typeface="Cambria Math" panose="02040503050406030204" pitchFamily="18" charset="0"/>
                      </a:rPr>
                      <m:t>0</m:t>
                    </m:r>
                    <m:sSub>
                      <m:sSubPr>
                        <m:ctrlPr>
                          <a:rPr lang="en-GB" i="1" dirty="0">
                            <a:solidFill>
                              <a:srgbClr val="FF0000"/>
                            </a:solidFill>
                            <a:latin typeface="Cambria Math" panose="02040503050406030204" pitchFamily="18" charset="0"/>
                          </a:rPr>
                        </m:ctrlPr>
                      </m:sSubPr>
                      <m:e>
                        <m:r>
                          <a:rPr lang="en-GB" i="1" dirty="0">
                            <a:solidFill>
                              <a:srgbClr val="FF0000"/>
                            </a:solidFill>
                            <a:latin typeface="Cambria Math" panose="02040503050406030204" pitchFamily="18" charset="0"/>
                          </a:rPr>
                          <m:t>𝑎</m:t>
                        </m:r>
                      </m:e>
                      <m:sub>
                        <m:r>
                          <a:rPr lang="en-GB" dirty="0">
                            <a:solidFill>
                              <a:srgbClr val="FF0000"/>
                            </a:solidFill>
                            <a:latin typeface="Cambria Math" panose="02040503050406030204" pitchFamily="18" charset="0"/>
                          </a:rPr>
                          <m:t>1</m:t>
                        </m:r>
                      </m:sub>
                    </m:sSub>
                    <m:r>
                      <a:rPr lang="en-GB" dirty="0" smtClean="0">
                        <a:solidFill>
                          <a:schemeClr val="tx1"/>
                        </a:solidFill>
                        <a:latin typeface="Cambria Math" panose="02040503050406030204" pitchFamily="18" charset="0"/>
                      </a:rPr>
                      <m:t>−1.4672</m:t>
                    </m:r>
                    <m:sSub>
                      <m:sSubPr>
                        <m:ctrlPr>
                          <a:rPr lang="en-GB" i="1" dirty="0">
                            <a:solidFill>
                              <a:srgbClr val="FF0000"/>
                            </a:solidFill>
                            <a:latin typeface="Cambria Math" panose="02040503050406030204" pitchFamily="18" charset="0"/>
                          </a:rPr>
                        </m:ctrlPr>
                      </m:sSubPr>
                      <m:e>
                        <m:r>
                          <a:rPr lang="en-GB" i="1" dirty="0">
                            <a:solidFill>
                              <a:srgbClr val="FF0000"/>
                            </a:solidFill>
                            <a:latin typeface="Cambria Math" panose="02040503050406030204" pitchFamily="18" charset="0"/>
                          </a:rPr>
                          <m:t>𝑎</m:t>
                        </m:r>
                      </m:e>
                      <m:sub>
                        <m:r>
                          <a:rPr lang="en-GB" dirty="0">
                            <a:solidFill>
                              <a:srgbClr val="FF0000"/>
                            </a:solidFill>
                            <a:latin typeface="Cambria Math" panose="02040503050406030204" pitchFamily="18" charset="0"/>
                          </a:rPr>
                          <m:t>2</m:t>
                        </m:r>
                      </m:sub>
                    </m:sSub>
                    <m:r>
                      <a:rPr lang="en-GB" dirty="0" smtClean="0">
                        <a:solidFill>
                          <a:schemeClr val="tx1"/>
                        </a:solidFill>
                        <a:latin typeface="Cambria Math" panose="02040503050406030204" pitchFamily="18" charset="0"/>
                      </a:rPr>
                      <m:t>+9.5922</m:t>
                    </m:r>
                    <m:sSub>
                      <m:sSubPr>
                        <m:ctrlPr>
                          <a:rPr lang="en-GB" i="1" dirty="0">
                            <a:solidFill>
                              <a:srgbClr val="FF0000"/>
                            </a:solidFill>
                            <a:latin typeface="Cambria Math" panose="02040503050406030204" pitchFamily="18" charset="0"/>
                          </a:rPr>
                        </m:ctrlPr>
                      </m:sSubPr>
                      <m:e>
                        <m:r>
                          <a:rPr lang="en-GB" i="1" dirty="0">
                            <a:solidFill>
                              <a:srgbClr val="FF0000"/>
                            </a:solidFill>
                            <a:latin typeface="Cambria Math" panose="02040503050406030204" pitchFamily="18" charset="0"/>
                          </a:rPr>
                          <m:t>𝑎</m:t>
                        </m:r>
                      </m:e>
                      <m:sub>
                        <m:r>
                          <a:rPr lang="en-GB" dirty="0">
                            <a:solidFill>
                              <a:srgbClr val="FF0000"/>
                            </a:solidFill>
                            <a:latin typeface="Cambria Math" panose="02040503050406030204" pitchFamily="18" charset="0"/>
                          </a:rPr>
                          <m:t>3</m:t>
                        </m:r>
                      </m:sub>
                    </m:sSub>
                  </m:oMath>
                </a14:m>
                <a:r>
                  <a:rPr lang="en-GB" dirty="0">
                    <a:solidFill>
                      <a:schemeClr val="accent1"/>
                    </a:solidFill>
                  </a:rPr>
                  <a:t> </a:t>
                </a:r>
                <a14:m>
                  <m:oMath xmlns:m="http://schemas.openxmlformats.org/officeDocument/2006/math">
                    <m:r>
                      <a:rPr lang="en-GB" dirty="0" smtClean="0">
                        <a:solidFill>
                          <a:schemeClr val="tx1"/>
                        </a:solidFill>
                        <a:latin typeface="Cambria Math" panose="02040503050406030204" pitchFamily="18" charset="0"/>
                      </a:rPr>
                      <m:t>−0.4335</m:t>
                    </m:r>
                    <m:sSub>
                      <m:sSubPr>
                        <m:ctrlPr>
                          <a:rPr lang="en-GB" i="1" dirty="0">
                            <a:solidFill>
                              <a:schemeClr val="accent1"/>
                            </a:solidFill>
                            <a:latin typeface="Cambria Math" panose="02040503050406030204" pitchFamily="18" charset="0"/>
                          </a:rPr>
                        </m:ctrlPr>
                      </m:sSubPr>
                      <m:e>
                        <m:r>
                          <a:rPr lang="en-GB" i="1" dirty="0">
                            <a:solidFill>
                              <a:schemeClr val="accent1"/>
                            </a:solidFill>
                            <a:latin typeface="Cambria Math" panose="02040503050406030204" pitchFamily="18" charset="0"/>
                          </a:rPr>
                          <m:t>𝑏</m:t>
                        </m:r>
                      </m:e>
                      <m:sub>
                        <m:r>
                          <a:rPr lang="en-GB" b="0" i="0" dirty="0" smtClean="0">
                            <a:solidFill>
                              <a:schemeClr val="accent1"/>
                            </a:solidFill>
                            <a:latin typeface="Cambria Math" panose="02040503050406030204" pitchFamily="18" charset="0"/>
                          </a:rPr>
                          <m:t>1</m:t>
                        </m:r>
                      </m:sub>
                    </m:sSub>
                    <m:r>
                      <a:rPr lang="en-GB" dirty="0" smtClean="0">
                        <a:solidFill>
                          <a:schemeClr val="tx1"/>
                        </a:solidFill>
                        <a:latin typeface="Cambria Math" panose="02040503050406030204" pitchFamily="18" charset="0"/>
                      </a:rPr>
                      <m:t>+1.1305</m:t>
                    </m:r>
                    <m:sSub>
                      <m:sSubPr>
                        <m:ctrlPr>
                          <a:rPr lang="en-GB" i="1" dirty="0">
                            <a:solidFill>
                              <a:schemeClr val="accent1"/>
                            </a:solidFill>
                            <a:latin typeface="Cambria Math" panose="02040503050406030204" pitchFamily="18" charset="0"/>
                          </a:rPr>
                        </m:ctrlPr>
                      </m:sSubPr>
                      <m:e>
                        <m:r>
                          <a:rPr lang="en-GB" i="1" dirty="0">
                            <a:solidFill>
                              <a:schemeClr val="accent1"/>
                            </a:solidFill>
                            <a:latin typeface="Cambria Math" panose="02040503050406030204" pitchFamily="18" charset="0"/>
                          </a:rPr>
                          <m:t>𝑏</m:t>
                        </m:r>
                      </m:e>
                      <m:sub>
                        <m:r>
                          <a:rPr lang="en-GB" b="0" i="0" dirty="0" smtClean="0">
                            <a:solidFill>
                              <a:schemeClr val="accent1"/>
                            </a:solidFill>
                            <a:latin typeface="Cambria Math" panose="02040503050406030204" pitchFamily="18" charset="0"/>
                          </a:rPr>
                          <m:t>2</m:t>
                        </m:r>
                      </m:sub>
                    </m:sSub>
                  </m:oMath>
                </a14:m>
                <a:r>
                  <a:rPr lang="en-GB" dirty="0">
                    <a:solidFill>
                      <a:schemeClr val="tx1"/>
                    </a:solidFill>
                  </a:rPr>
                  <a:t> </a:t>
                </a:r>
                <a14:m>
                  <m:oMath xmlns:m="http://schemas.openxmlformats.org/officeDocument/2006/math">
                    <m:r>
                      <a:rPr lang="en-GB" dirty="0">
                        <a:solidFill>
                          <a:schemeClr val="tx1"/>
                        </a:solidFill>
                        <a:latin typeface="Cambria Math" panose="02040503050406030204" pitchFamily="18" charset="0"/>
                      </a:rPr>
                      <m:t>−2.9393</m:t>
                    </m:r>
                    <m:sSub>
                      <m:sSubPr>
                        <m:ctrlPr>
                          <a:rPr lang="en-GB" i="1" dirty="0">
                            <a:solidFill>
                              <a:srgbClr val="00B050"/>
                            </a:solidFill>
                            <a:latin typeface="Cambria Math" panose="02040503050406030204" pitchFamily="18" charset="0"/>
                          </a:rPr>
                        </m:ctrlPr>
                      </m:sSubPr>
                      <m:e>
                        <m:r>
                          <a:rPr lang="en-GB" i="1" dirty="0">
                            <a:solidFill>
                              <a:srgbClr val="00B050"/>
                            </a:solidFill>
                            <a:latin typeface="Cambria Math" panose="02040503050406030204" pitchFamily="18" charset="0"/>
                          </a:rPr>
                          <m:t>𝑐</m:t>
                        </m:r>
                      </m:e>
                      <m:sub>
                        <m:r>
                          <a:rPr lang="en-GB" dirty="0">
                            <a:solidFill>
                              <a:srgbClr val="00B050"/>
                            </a:solidFill>
                            <a:latin typeface="Cambria Math" panose="02040503050406030204" pitchFamily="18" charset="0"/>
                          </a:rPr>
                          <m:t>1</m:t>
                        </m:r>
                      </m:sub>
                    </m:sSub>
                    <m:r>
                      <a:rPr lang="en-GB" dirty="0" smtClean="0">
                        <a:solidFill>
                          <a:schemeClr val="tx1"/>
                        </a:solidFill>
                        <a:latin typeface="Cambria Math" panose="02040503050406030204" pitchFamily="18" charset="0"/>
                      </a:rPr>
                      <m:t>+0.9234</m:t>
                    </m:r>
                    <m:sSub>
                      <m:sSubPr>
                        <m:ctrlPr>
                          <a:rPr lang="en-GB" i="1" dirty="0">
                            <a:solidFill>
                              <a:srgbClr val="00B050"/>
                            </a:solidFill>
                            <a:latin typeface="Cambria Math" panose="02040503050406030204" pitchFamily="18" charset="0"/>
                          </a:rPr>
                        </m:ctrlPr>
                      </m:sSubPr>
                      <m:e>
                        <m:r>
                          <a:rPr lang="en-GB" i="1" dirty="0">
                            <a:solidFill>
                              <a:srgbClr val="00B050"/>
                            </a:solidFill>
                            <a:latin typeface="Cambria Math" panose="02040503050406030204" pitchFamily="18" charset="0"/>
                          </a:rPr>
                          <m:t>𝑐</m:t>
                        </m:r>
                      </m:e>
                      <m:sub>
                        <m:r>
                          <a:rPr lang="en-GB" dirty="0">
                            <a:solidFill>
                              <a:srgbClr val="00B050"/>
                            </a:solidFill>
                            <a:latin typeface="Cambria Math" panose="02040503050406030204" pitchFamily="18" charset="0"/>
                          </a:rPr>
                          <m:t>2</m:t>
                        </m:r>
                      </m:sub>
                    </m:sSub>
                    <m:r>
                      <a:rPr lang="en-GB" dirty="0" smtClean="0">
                        <a:solidFill>
                          <a:schemeClr val="tx1"/>
                        </a:solidFill>
                        <a:latin typeface="Cambria Math" panose="02040503050406030204" pitchFamily="18" charset="0"/>
                      </a:rPr>
                      <m:t>−2.0303</m:t>
                    </m:r>
                    <m:sSub>
                      <m:sSubPr>
                        <m:ctrlPr>
                          <a:rPr lang="en-GB" i="1" dirty="0">
                            <a:solidFill>
                              <a:srgbClr val="00B050"/>
                            </a:solidFill>
                            <a:latin typeface="Cambria Math" panose="02040503050406030204" pitchFamily="18" charset="0"/>
                          </a:rPr>
                        </m:ctrlPr>
                      </m:sSubPr>
                      <m:e>
                        <m:r>
                          <a:rPr lang="en-GB" i="1" dirty="0">
                            <a:solidFill>
                              <a:srgbClr val="00B050"/>
                            </a:solidFill>
                            <a:latin typeface="Cambria Math" panose="02040503050406030204" pitchFamily="18" charset="0"/>
                          </a:rPr>
                          <m:t>𝑐</m:t>
                        </m:r>
                      </m:e>
                      <m:sub>
                        <m:r>
                          <a:rPr lang="en-GB" dirty="0">
                            <a:solidFill>
                              <a:srgbClr val="00B050"/>
                            </a:solidFill>
                            <a:latin typeface="Cambria Math" panose="02040503050406030204" pitchFamily="18" charset="0"/>
                          </a:rPr>
                          <m:t>3</m:t>
                        </m:r>
                      </m:sub>
                    </m:sSub>
                    <m:r>
                      <a:rPr lang="en-GB" dirty="0" smtClean="0">
                        <a:solidFill>
                          <a:schemeClr val="tx1"/>
                        </a:solidFill>
                        <a:latin typeface="Cambria Math" panose="02040503050406030204" pitchFamily="18" charset="0"/>
                      </a:rPr>
                      <m:t>+0.2310</m:t>
                    </m:r>
                    <m:sSub>
                      <m:sSubPr>
                        <m:ctrlPr>
                          <a:rPr lang="en-GB" i="1" dirty="0">
                            <a:solidFill>
                              <a:srgbClr val="FFC000"/>
                            </a:solidFill>
                            <a:latin typeface="Cambria Math" panose="02040503050406030204" pitchFamily="18" charset="0"/>
                          </a:rPr>
                        </m:ctrlPr>
                      </m:sSubPr>
                      <m:e>
                        <m:r>
                          <a:rPr lang="en-GB" i="1" dirty="0">
                            <a:solidFill>
                              <a:srgbClr val="FFC000"/>
                            </a:solidFill>
                            <a:latin typeface="Cambria Math" panose="02040503050406030204" pitchFamily="18" charset="0"/>
                          </a:rPr>
                          <m:t>𝑑</m:t>
                        </m:r>
                      </m:e>
                      <m:sub>
                        <m:r>
                          <a:rPr lang="en-GB" dirty="0">
                            <a:solidFill>
                              <a:srgbClr val="FFC000"/>
                            </a:solidFill>
                            <a:latin typeface="Cambria Math" panose="02040503050406030204" pitchFamily="18" charset="0"/>
                          </a:rPr>
                          <m:t>1</m:t>
                        </m:r>
                      </m:sub>
                    </m:sSub>
                    <m:r>
                      <a:rPr lang="en-GB" dirty="0" smtClean="0">
                        <a:solidFill>
                          <a:schemeClr val="tx1"/>
                        </a:solidFill>
                        <a:latin typeface="Cambria Math" panose="02040503050406030204" pitchFamily="18" charset="0"/>
                      </a:rPr>
                      <m:t>−0.0507</m:t>
                    </m:r>
                    <m:sSub>
                      <m:sSubPr>
                        <m:ctrlPr>
                          <a:rPr lang="en-GB" i="1" dirty="0">
                            <a:solidFill>
                              <a:srgbClr val="C00000"/>
                            </a:solidFill>
                            <a:latin typeface="Cambria Math" panose="02040503050406030204" pitchFamily="18" charset="0"/>
                          </a:rPr>
                        </m:ctrlPr>
                      </m:sSubPr>
                      <m:e>
                        <m:r>
                          <a:rPr lang="en-GB" i="1" dirty="0">
                            <a:solidFill>
                              <a:srgbClr val="C00000"/>
                            </a:solidFill>
                            <a:latin typeface="Cambria Math" panose="02040503050406030204" pitchFamily="18" charset="0"/>
                          </a:rPr>
                          <m:t>𝑒</m:t>
                        </m:r>
                      </m:e>
                      <m:sub>
                        <m:r>
                          <a:rPr lang="en-GB" dirty="0">
                            <a:solidFill>
                              <a:srgbClr val="C00000"/>
                            </a:solidFill>
                            <a:latin typeface="Cambria Math" panose="02040503050406030204" pitchFamily="18" charset="0"/>
                          </a:rPr>
                          <m:t>1</m:t>
                        </m:r>
                      </m:sub>
                    </m:sSub>
                    <m:r>
                      <a:rPr lang="en-GB" dirty="0" smtClean="0">
                        <a:solidFill>
                          <a:schemeClr val="tx1"/>
                        </a:solidFill>
                        <a:latin typeface="Cambria Math" panose="02040503050406030204" pitchFamily="18" charset="0"/>
                      </a:rPr>
                      <m:t>+0.031</m:t>
                    </m:r>
                    <m:r>
                      <a:rPr lang="en-GB" b="0" i="0" dirty="0" smtClean="0">
                        <a:solidFill>
                          <a:schemeClr val="tx1"/>
                        </a:solidFill>
                        <a:latin typeface="Cambria Math" panose="02040503050406030204" pitchFamily="18" charset="0"/>
                      </a:rPr>
                      <m:t>5</m:t>
                    </m:r>
                    <m:sSub>
                      <m:sSubPr>
                        <m:ctrlPr>
                          <a:rPr lang="en-GB" i="1" dirty="0">
                            <a:solidFill>
                              <a:srgbClr val="002060"/>
                            </a:solidFill>
                            <a:latin typeface="Cambria Math" panose="02040503050406030204" pitchFamily="18" charset="0"/>
                          </a:rPr>
                        </m:ctrlPr>
                      </m:sSubPr>
                      <m:e>
                        <m:r>
                          <a:rPr lang="en-GB" i="1" dirty="0">
                            <a:solidFill>
                              <a:srgbClr val="002060"/>
                            </a:solidFill>
                            <a:latin typeface="Cambria Math" panose="02040503050406030204" pitchFamily="18" charset="0"/>
                          </a:rPr>
                          <m:t>𝑓</m:t>
                        </m:r>
                      </m:e>
                      <m:sub>
                        <m:r>
                          <a:rPr lang="en-GB" i="1" dirty="0">
                            <a:solidFill>
                              <a:srgbClr val="002060"/>
                            </a:solidFill>
                            <a:latin typeface="Cambria Math" panose="02040503050406030204" pitchFamily="18" charset="0"/>
                          </a:rPr>
                          <m:t>1</m:t>
                        </m:r>
                      </m:sub>
                    </m:sSub>
                  </m:oMath>
                </a14:m>
                <a:endParaRPr lang="en-GB" dirty="0">
                  <a:solidFill>
                    <a:schemeClr val="accent1"/>
                  </a:solidFill>
                </a:endParaRPr>
              </a:p>
              <a:p>
                <a:endParaRPr lang="en-ZA" dirty="0"/>
              </a:p>
            </p:txBody>
          </p:sp>
        </mc:Choice>
        <mc:Fallback xmlns="">
          <p:sp>
            <p:nvSpPr>
              <p:cNvPr id="4" name="TextBox 3">
                <a:extLst>
                  <a:ext uri="{FF2B5EF4-FFF2-40B4-BE49-F238E27FC236}">
                    <a16:creationId xmlns:a16="http://schemas.microsoft.com/office/drawing/2014/main" id="{A6C3AA60-5C2D-4952-E33F-0BA308FCF32D}"/>
                  </a:ext>
                </a:extLst>
              </p:cNvPr>
              <p:cNvSpPr txBox="1">
                <a:spLocks noGrp="1" noRot="1" noChangeAspect="1" noMove="1" noResize="1" noEditPoints="1" noAdjustHandles="1" noChangeArrowheads="1" noChangeShapeType="1" noTextEdit="1"/>
              </p:cNvSpPr>
              <p:nvPr/>
            </p:nvSpPr>
            <p:spPr>
              <a:xfrm>
                <a:off x="395134" y="1129514"/>
                <a:ext cx="10972800" cy="923330"/>
              </a:xfrm>
              <a:prstGeom prst="rect">
                <a:avLst/>
              </a:prstGeom>
              <a:blipFill>
                <a:blip r:embed="rId3"/>
                <a:stretch>
                  <a:fillRect l="-500" t="-3289"/>
                </a:stretch>
              </a:blipFill>
            </p:spPr>
            <p:txBody>
              <a:bodyPr/>
              <a:lstStyle/>
              <a:p>
                <a:r>
                  <a:rPr lang="en-ZA">
                    <a:noFill/>
                  </a:rPr>
                  <a:t> </a:t>
                </a:r>
              </a:p>
            </p:txBody>
          </p:sp>
        </mc:Fallback>
      </mc:AlternateContent>
      <p:sp>
        <p:nvSpPr>
          <p:cNvPr id="3" name="TextBox 2">
            <a:extLst>
              <a:ext uri="{FF2B5EF4-FFF2-40B4-BE49-F238E27FC236}">
                <a16:creationId xmlns:a16="http://schemas.microsoft.com/office/drawing/2014/main" id="{58A9EB9A-CD6E-A840-2DB6-F8FA473D2937}"/>
              </a:ext>
            </a:extLst>
          </p:cNvPr>
          <p:cNvSpPr txBox="1"/>
          <p:nvPr/>
        </p:nvSpPr>
        <p:spPr>
          <a:xfrm>
            <a:off x="395134" y="347472"/>
            <a:ext cx="10972800" cy="502920"/>
          </a:xfrm>
          <a:prstGeom prst="rect">
            <a:avLst/>
          </a:prstGeom>
          <a:noFill/>
        </p:spPr>
        <p:txBody>
          <a:bodyPr wrap="square">
            <a:spAutoFit/>
          </a:bodyPr>
          <a:lstStyle/>
          <a:p>
            <a:pPr>
              <a:spcAft>
                <a:spcPts val="500"/>
              </a:spcAft>
              <a:defRPr sz="2700" b="1">
                <a:solidFill>
                  <a:srgbClr val="182744"/>
                </a:solidFill>
                <a:latin typeface="Aptos"/>
              </a:defRPr>
            </a:pPr>
            <a:r>
              <a:rPr lang="en-GB" dirty="0"/>
              <a:t>6</a:t>
            </a:r>
            <a:r>
              <a:rPr dirty="0"/>
              <a:t>. </a:t>
            </a:r>
            <a:r>
              <a:rPr lang="en-GB" dirty="0"/>
              <a:t>How the model will look</a:t>
            </a:r>
            <a:endParaRPr dirty="0"/>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7E3E5BF2-17AD-4EFA-81FF-69BDC369ADEE}"/>
                  </a:ext>
                </a:extLst>
              </p:cNvPr>
              <p:cNvGraphicFramePr>
                <a:graphicFrameLocks noGrp="1"/>
              </p:cNvGraphicFramePr>
              <p:nvPr>
                <p:extLst>
                  <p:ext uri="{D42A27DB-BD31-4B8C-83A1-F6EECF244321}">
                    <p14:modId xmlns:p14="http://schemas.microsoft.com/office/powerpoint/2010/main" val="428118302"/>
                  </p:ext>
                </p:extLst>
              </p:nvPr>
            </p:nvGraphicFramePr>
            <p:xfrm>
              <a:off x="500380" y="2019665"/>
              <a:ext cx="11160760" cy="4389120"/>
            </p:xfrm>
            <a:graphic>
              <a:graphicData uri="http://schemas.openxmlformats.org/drawingml/2006/table">
                <a:tbl>
                  <a:tblPr>
                    <a:tableStyleId>{5C22544A-7EE6-4342-B048-85BDC9FD1C3A}</a:tableStyleId>
                  </a:tblPr>
                  <a:tblGrid>
                    <a:gridCol w="5537974">
                      <a:extLst>
                        <a:ext uri="{9D8B030D-6E8A-4147-A177-3AD203B41FA5}">
                          <a16:colId xmlns:a16="http://schemas.microsoft.com/office/drawing/2014/main" val="69099362"/>
                        </a:ext>
                      </a:extLst>
                    </a:gridCol>
                    <a:gridCol w="5622786">
                      <a:extLst>
                        <a:ext uri="{9D8B030D-6E8A-4147-A177-3AD203B41FA5}">
                          <a16:colId xmlns:a16="http://schemas.microsoft.com/office/drawing/2014/main" val="2611329327"/>
                        </a:ext>
                      </a:extLst>
                    </a:gridCol>
                  </a:tblGrid>
                  <a:tr h="0">
                    <a:tc>
                      <a:txBody>
                        <a:bodyPr/>
                        <a:lstStyle/>
                        <a:p>
                          <a:pPr algn="ctr">
                            <a:buNone/>
                          </a:pPr>
                          <a:r>
                            <a:rPr lang="en-ZA" dirty="0"/>
                            <a:t>Symbol</a:t>
                          </a:r>
                        </a:p>
                      </a:txBody>
                      <a:tcPr anchor="ctr"/>
                    </a:tc>
                    <a:tc>
                      <a:txBody>
                        <a:bodyPr/>
                        <a:lstStyle/>
                        <a:p>
                          <a:pPr algn="ctr">
                            <a:buNone/>
                          </a:pPr>
                          <a:r>
                            <a:rPr lang="en-ZA" dirty="0"/>
                            <a:t>Variable</a:t>
                          </a:r>
                        </a:p>
                      </a:txBody>
                      <a:tcPr anchor="ctr"/>
                    </a:tc>
                    <a:extLst>
                      <a:ext uri="{0D108BD9-81ED-4DB2-BD59-A6C34878D82A}">
                        <a16:rowId xmlns:a16="http://schemas.microsoft.com/office/drawing/2014/main" val="1339854645"/>
                      </a:ext>
                    </a:extLst>
                  </a:tr>
                  <a:tr h="0">
                    <a:tc>
                      <a:txBody>
                        <a:bodyPr/>
                        <a:lstStyle/>
                        <a:p>
                          <a:pPr>
                            <a:buNone/>
                          </a:pPr>
                          <a14:m>
                            <m:oMathPara xmlns:m="http://schemas.openxmlformats.org/officeDocument/2006/math">
                              <m:oMath>
                                <m:sSub>
                                  <m:sSubPr>
                                    <m:ctrlPr>
                                      <a:rPr lang="en-GB" b="0" i="1" dirty="0" smtClean="0">
                                        <a:solidFill>
                                          <a:srgbClr val="FF0000"/>
                                        </a:solidFill>
                                        <a:latin typeface="Cambria Math" panose="02040503050406030204" pitchFamily="18" charset="0"/>
                                      </a:rPr>
                                    </m:ctrlPr>
                                  </m:sSubPr>
                                  <m:e>
                                    <m:r>
                                      <a:rPr lang="en-GB" b="0" i="1" dirty="0" smtClean="0">
                                        <a:solidFill>
                                          <a:srgbClr val="FF0000"/>
                                        </a:solidFill>
                                        <a:latin typeface="Cambria Math" panose="02040503050406030204" pitchFamily="18" charset="0"/>
                                      </a:rPr>
                                      <m:t>𝑎</m:t>
                                    </m:r>
                                  </m:e>
                                  <m:sub>
                                    <m:r>
                                      <a:rPr lang="en-GB" dirty="0">
                                        <a:solidFill>
                                          <a:srgbClr val="FF0000"/>
                                        </a:solidFill>
                                        <a:latin typeface="Cambria Math" panose="02040503050406030204" pitchFamily="18" charset="0"/>
                                      </a:rPr>
                                      <m:t>1</m:t>
                                    </m:r>
                                  </m:sub>
                                </m:sSub>
                              </m:oMath>
                            </m:oMathPara>
                          </a14:m>
                          <a:endParaRPr lang="en-ZA" dirty="0"/>
                        </a:p>
                      </a:txBody>
                      <a:tcPr anchor="ctr"/>
                    </a:tc>
                    <a:tc>
                      <a:txBody>
                        <a:bodyPr/>
                        <a:lstStyle/>
                        <a:p>
                          <a:pPr algn="ctr">
                            <a:buNone/>
                          </a:pPr>
                          <a:r>
                            <a:rPr lang="en-ZA" dirty="0"/>
                            <a:t>Salaried</a:t>
                          </a:r>
                        </a:p>
                      </a:txBody>
                      <a:tcPr anchor="ctr"/>
                    </a:tc>
                    <a:extLst>
                      <a:ext uri="{0D108BD9-81ED-4DB2-BD59-A6C34878D82A}">
                        <a16:rowId xmlns:a16="http://schemas.microsoft.com/office/drawing/2014/main" val="1947010647"/>
                      </a:ext>
                    </a:extLst>
                  </a:tr>
                  <a:tr h="0">
                    <a:tc>
                      <a:txBody>
                        <a:bodyPr/>
                        <a:lstStyle/>
                        <a:p>
                          <a:pPr>
                            <a:buNone/>
                          </a:pPr>
                          <a14:m>
                            <m:oMathPara xmlns:m="http://schemas.openxmlformats.org/officeDocument/2006/math">
                              <m:oMath>
                                <m:sSub>
                                  <m:sSubPr>
                                    <m:ctrlPr>
                                      <a:rPr lang="en-GB" b="0" i="1" dirty="0" smtClean="0">
                                        <a:solidFill>
                                          <a:srgbClr val="FF0000"/>
                                        </a:solidFill>
                                        <a:latin typeface="Cambria Math" panose="02040503050406030204" pitchFamily="18" charset="0"/>
                                      </a:rPr>
                                    </m:ctrlPr>
                                  </m:sSubPr>
                                  <m:e>
                                    <m:r>
                                      <a:rPr lang="en-GB" b="0" i="1" dirty="0" smtClean="0">
                                        <a:solidFill>
                                          <a:srgbClr val="FF0000"/>
                                        </a:solidFill>
                                        <a:latin typeface="Cambria Math" panose="02040503050406030204" pitchFamily="18" charset="0"/>
                                      </a:rPr>
                                      <m:t>𝑎</m:t>
                                    </m:r>
                                  </m:e>
                                  <m:sub>
                                    <m:r>
                                      <a:rPr lang="en-GB" dirty="0">
                                        <a:solidFill>
                                          <a:srgbClr val="FF0000"/>
                                        </a:solidFill>
                                        <a:latin typeface="Cambria Math" panose="02040503050406030204" pitchFamily="18" charset="0"/>
                                      </a:rPr>
                                      <m:t>2</m:t>
                                    </m:r>
                                  </m:sub>
                                </m:sSub>
                              </m:oMath>
                            </m:oMathPara>
                          </a14:m>
                          <a:endParaRPr lang="en-ZA" dirty="0"/>
                        </a:p>
                      </a:txBody>
                      <a:tcPr anchor="ctr"/>
                    </a:tc>
                    <a:tc>
                      <a:txBody>
                        <a:bodyPr/>
                        <a:lstStyle/>
                        <a:p>
                          <a:pPr algn="ctr">
                            <a:buNone/>
                          </a:pPr>
                          <a:r>
                            <a:rPr lang="en-ZA" dirty="0"/>
                            <a:t>Self-employed</a:t>
                          </a:r>
                        </a:p>
                      </a:txBody>
                      <a:tcPr anchor="ctr"/>
                    </a:tc>
                    <a:extLst>
                      <a:ext uri="{0D108BD9-81ED-4DB2-BD59-A6C34878D82A}">
                        <a16:rowId xmlns:a16="http://schemas.microsoft.com/office/drawing/2014/main" val="3426411147"/>
                      </a:ext>
                    </a:extLst>
                  </a:tr>
                  <a:tr h="0">
                    <a:tc>
                      <a:txBody>
                        <a:bodyPr/>
                        <a:lstStyle/>
                        <a:p>
                          <a:pPr>
                            <a:buNone/>
                          </a:pPr>
                          <a14:m>
                            <m:oMathPara xmlns:m="http://schemas.openxmlformats.org/officeDocument/2006/math">
                              <m:oMath>
                                <m:sSub>
                                  <m:sSubPr>
                                    <m:ctrlPr>
                                      <a:rPr lang="en-GB" b="0" i="1" dirty="0" smtClean="0">
                                        <a:solidFill>
                                          <a:srgbClr val="FF0000"/>
                                        </a:solidFill>
                                        <a:latin typeface="Cambria Math" panose="02040503050406030204" pitchFamily="18" charset="0"/>
                                      </a:rPr>
                                    </m:ctrlPr>
                                  </m:sSubPr>
                                  <m:e>
                                    <m:r>
                                      <a:rPr lang="en-GB" b="0" i="1" dirty="0" smtClean="0">
                                        <a:solidFill>
                                          <a:srgbClr val="FF0000"/>
                                        </a:solidFill>
                                        <a:latin typeface="Cambria Math" panose="02040503050406030204" pitchFamily="18" charset="0"/>
                                      </a:rPr>
                                      <m:t>𝑎</m:t>
                                    </m:r>
                                  </m:e>
                                  <m:sub>
                                    <m:r>
                                      <a:rPr lang="en-GB" dirty="0">
                                        <a:solidFill>
                                          <a:srgbClr val="FF0000"/>
                                        </a:solidFill>
                                        <a:latin typeface="Cambria Math" panose="02040503050406030204" pitchFamily="18" charset="0"/>
                                      </a:rPr>
                                      <m:t>3</m:t>
                                    </m:r>
                                  </m:sub>
                                </m:sSub>
                              </m:oMath>
                            </m:oMathPara>
                          </a14:m>
                          <a:endParaRPr lang="en-ZA" dirty="0"/>
                        </a:p>
                      </a:txBody>
                      <a:tcPr anchor="ctr"/>
                    </a:tc>
                    <a:tc>
                      <a:txBody>
                        <a:bodyPr/>
                        <a:lstStyle/>
                        <a:p>
                          <a:pPr algn="ctr">
                            <a:buNone/>
                          </a:pPr>
                          <a:r>
                            <a:rPr lang="en-ZA" dirty="0"/>
                            <a:t>Unemployed</a:t>
                          </a:r>
                        </a:p>
                      </a:txBody>
                      <a:tcPr anchor="ctr"/>
                    </a:tc>
                    <a:extLst>
                      <a:ext uri="{0D108BD9-81ED-4DB2-BD59-A6C34878D82A}">
                        <a16:rowId xmlns:a16="http://schemas.microsoft.com/office/drawing/2014/main" val="3005747968"/>
                      </a:ext>
                    </a:extLst>
                  </a:tr>
                  <a:tr h="171085">
                    <a:tc>
                      <a:txBody>
                        <a:bodyPr/>
                        <a:lstStyle/>
                        <a:p>
                          <a:pPr>
                            <a:buNone/>
                          </a:pPr>
                          <a14:m>
                            <m:oMathPara xmlns:m="http://schemas.openxmlformats.org/officeDocument/2006/math">
                              <m:oMath>
                                <m:sSub>
                                  <m:sSubPr>
                                    <m:ctrlPr>
                                      <a:rPr lang="en-GB" i="1" dirty="0">
                                        <a:solidFill>
                                          <a:schemeClr val="accent1"/>
                                        </a:solidFill>
                                        <a:latin typeface="Cambria Math" panose="02040503050406030204" pitchFamily="18" charset="0"/>
                                      </a:rPr>
                                    </m:ctrlPr>
                                  </m:sSubPr>
                                  <m:e>
                                    <m:r>
                                      <a:rPr lang="en-GB" i="1" dirty="0">
                                        <a:solidFill>
                                          <a:schemeClr val="accent1"/>
                                        </a:solidFill>
                                        <a:latin typeface="Cambria Math" panose="02040503050406030204" pitchFamily="18" charset="0"/>
                                      </a:rPr>
                                      <m:t>𝑏</m:t>
                                    </m:r>
                                  </m:e>
                                  <m:sub>
                                    <m:r>
                                      <a:rPr lang="en-GB" b="0" i="0" dirty="0" smtClean="0">
                                        <a:solidFill>
                                          <a:schemeClr val="accent1"/>
                                        </a:solidFill>
                                        <a:latin typeface="Cambria Math" panose="02040503050406030204" pitchFamily="18" charset="0"/>
                                      </a:rPr>
                                      <m:t>1</m:t>
                                    </m:r>
                                  </m:sub>
                                </m:sSub>
                              </m:oMath>
                            </m:oMathPara>
                          </a14:m>
                          <a:endParaRPr lang="en-ZA" dirty="0"/>
                        </a:p>
                      </a:txBody>
                      <a:tcPr anchor="ctr"/>
                    </a:tc>
                    <a:tc>
                      <a:txBody>
                        <a:bodyPr/>
                        <a:lstStyle/>
                        <a:p>
                          <a:pPr algn="ctr">
                            <a:buNone/>
                          </a:pPr>
                          <a:r>
                            <a:rPr lang="en-ZA" dirty="0"/>
                            <a:t>Own</a:t>
                          </a:r>
                        </a:p>
                      </a:txBody>
                      <a:tcPr anchor="ctr"/>
                    </a:tc>
                    <a:extLst>
                      <a:ext uri="{0D108BD9-81ED-4DB2-BD59-A6C34878D82A}">
                        <a16:rowId xmlns:a16="http://schemas.microsoft.com/office/drawing/2014/main" val="2721851198"/>
                      </a:ext>
                    </a:extLst>
                  </a:tr>
                  <a:tr h="0">
                    <a:tc>
                      <a:txBody>
                        <a:bodyPr/>
                        <a:lstStyle/>
                        <a:p>
                          <a:pPr>
                            <a:buNone/>
                          </a:pPr>
                          <a14:m>
                            <m:oMathPara xmlns:m="http://schemas.openxmlformats.org/officeDocument/2006/math">
                              <m:oMath>
                                <m:sSub>
                                  <m:sSubPr>
                                    <m:ctrlPr>
                                      <a:rPr lang="en-GB" i="1" dirty="0">
                                        <a:solidFill>
                                          <a:schemeClr val="accent1"/>
                                        </a:solidFill>
                                        <a:latin typeface="Cambria Math" panose="02040503050406030204" pitchFamily="18" charset="0"/>
                                      </a:rPr>
                                    </m:ctrlPr>
                                  </m:sSubPr>
                                  <m:e>
                                    <m:r>
                                      <a:rPr lang="en-GB" i="1" dirty="0">
                                        <a:solidFill>
                                          <a:schemeClr val="accent1"/>
                                        </a:solidFill>
                                        <a:latin typeface="Cambria Math" panose="02040503050406030204" pitchFamily="18" charset="0"/>
                                      </a:rPr>
                                      <m:t>𝑏</m:t>
                                    </m:r>
                                  </m:e>
                                  <m:sub>
                                    <m:r>
                                      <a:rPr lang="en-GB" b="0" i="0" dirty="0" smtClean="0">
                                        <a:solidFill>
                                          <a:schemeClr val="accent1"/>
                                        </a:solidFill>
                                        <a:latin typeface="Cambria Math" panose="02040503050406030204" pitchFamily="18" charset="0"/>
                                      </a:rPr>
                                      <m:t>2</m:t>
                                    </m:r>
                                  </m:sub>
                                </m:sSub>
                              </m:oMath>
                            </m:oMathPara>
                          </a14:m>
                          <a:endParaRPr lang="en-ZA" dirty="0"/>
                        </a:p>
                      </a:txBody>
                      <a:tcPr anchor="ctr"/>
                    </a:tc>
                    <a:tc>
                      <a:txBody>
                        <a:bodyPr/>
                        <a:lstStyle/>
                        <a:p>
                          <a:pPr algn="ctr">
                            <a:buNone/>
                          </a:pPr>
                          <a:r>
                            <a:rPr lang="en-ZA" dirty="0"/>
                            <a:t>Rent</a:t>
                          </a:r>
                        </a:p>
                      </a:txBody>
                      <a:tcPr anchor="ctr"/>
                    </a:tc>
                    <a:extLst>
                      <a:ext uri="{0D108BD9-81ED-4DB2-BD59-A6C34878D82A}">
                        <a16:rowId xmlns:a16="http://schemas.microsoft.com/office/drawing/2014/main" val="3438366069"/>
                      </a:ext>
                    </a:extLst>
                  </a:tr>
                  <a:tr h="0">
                    <a:tc>
                      <a:txBody>
                        <a:bodyPr/>
                        <a:lstStyle/>
                        <a:p>
                          <a:pPr>
                            <a:buNone/>
                          </a:pPr>
                          <a14:m>
                            <m:oMathPara xmlns:m="http://schemas.openxmlformats.org/officeDocument/2006/math">
                              <m:oMath>
                                <m:sSub>
                                  <m:sSubPr>
                                    <m:ctrlPr>
                                      <a:rPr lang="en-GB" b="0" i="1" dirty="0" smtClean="0">
                                        <a:solidFill>
                                          <a:srgbClr val="00B050"/>
                                        </a:solidFill>
                                        <a:latin typeface="Cambria Math" panose="02040503050406030204" pitchFamily="18" charset="0"/>
                                      </a:rPr>
                                    </m:ctrlPr>
                                  </m:sSubPr>
                                  <m:e>
                                    <m:r>
                                      <a:rPr lang="en-GB" b="0" i="1" dirty="0" smtClean="0">
                                        <a:solidFill>
                                          <a:srgbClr val="00B050"/>
                                        </a:solidFill>
                                        <a:latin typeface="Cambria Math" panose="02040503050406030204" pitchFamily="18" charset="0"/>
                                      </a:rPr>
                                      <m:t>𝑐</m:t>
                                    </m:r>
                                  </m:e>
                                  <m:sub>
                                    <m:r>
                                      <a:rPr lang="en-GB" b="0" i="0" dirty="0" smtClean="0">
                                        <a:solidFill>
                                          <a:srgbClr val="00B050"/>
                                        </a:solidFill>
                                        <a:latin typeface="Cambria Math" panose="02040503050406030204" pitchFamily="18" charset="0"/>
                                      </a:rPr>
                                      <m:t>1</m:t>
                                    </m:r>
                                  </m:sub>
                                </m:sSub>
                              </m:oMath>
                            </m:oMathPara>
                          </a14:m>
                          <a:endParaRPr lang="en-ZA" dirty="0"/>
                        </a:p>
                      </a:txBody>
                      <a:tcPr anchor="ctr"/>
                    </a:tc>
                    <a:tc>
                      <a:txBody>
                        <a:bodyPr/>
                        <a:lstStyle/>
                        <a:p>
                          <a:pPr algn="ctr">
                            <a:buNone/>
                          </a:pPr>
                          <a:r>
                            <a:rPr lang="en-ZA" dirty="0"/>
                            <a:t>Home improvement</a:t>
                          </a:r>
                        </a:p>
                      </a:txBody>
                      <a:tcPr anchor="ctr"/>
                    </a:tc>
                    <a:extLst>
                      <a:ext uri="{0D108BD9-81ED-4DB2-BD59-A6C34878D82A}">
                        <a16:rowId xmlns:a16="http://schemas.microsoft.com/office/drawing/2014/main" val="3098078112"/>
                      </a:ext>
                    </a:extLst>
                  </a:tr>
                  <a:tr h="0">
                    <a:tc>
                      <a:txBody>
                        <a:bodyPr/>
                        <a:lstStyle/>
                        <a:p>
                          <a:pPr>
                            <a:buNone/>
                          </a:pPr>
                          <a14:m>
                            <m:oMathPara xmlns:m="http://schemas.openxmlformats.org/officeDocument/2006/math">
                              <m:oMath>
                                <m:sSub>
                                  <m:sSubPr>
                                    <m:ctrlPr>
                                      <a:rPr lang="en-GB" b="0" i="1" dirty="0" smtClean="0">
                                        <a:solidFill>
                                          <a:srgbClr val="00B050"/>
                                        </a:solidFill>
                                        <a:latin typeface="Cambria Math" panose="02040503050406030204" pitchFamily="18" charset="0"/>
                                      </a:rPr>
                                    </m:ctrlPr>
                                  </m:sSubPr>
                                  <m:e>
                                    <m:r>
                                      <a:rPr lang="en-GB" b="0" i="1" dirty="0" smtClean="0">
                                        <a:solidFill>
                                          <a:srgbClr val="00B050"/>
                                        </a:solidFill>
                                        <a:latin typeface="Cambria Math" panose="02040503050406030204" pitchFamily="18" charset="0"/>
                                      </a:rPr>
                                      <m:t>𝑐</m:t>
                                    </m:r>
                                  </m:e>
                                  <m:sub>
                                    <m:r>
                                      <a:rPr lang="en-GB" b="0" i="0" dirty="0" smtClean="0">
                                        <a:solidFill>
                                          <a:srgbClr val="00B050"/>
                                        </a:solidFill>
                                        <a:latin typeface="Cambria Math" panose="02040503050406030204" pitchFamily="18" charset="0"/>
                                      </a:rPr>
                                      <m:t>2</m:t>
                                    </m:r>
                                  </m:sub>
                                </m:sSub>
                              </m:oMath>
                            </m:oMathPara>
                          </a14:m>
                          <a:endParaRPr lang="en-ZA" dirty="0"/>
                        </a:p>
                      </a:txBody>
                      <a:tcPr anchor="ctr"/>
                    </a:tc>
                    <a:tc>
                      <a:txBody>
                        <a:bodyPr/>
                        <a:lstStyle/>
                        <a:p>
                          <a:pPr algn="ctr">
                            <a:buNone/>
                          </a:pPr>
                          <a:r>
                            <a:rPr lang="en-ZA" dirty="0"/>
                            <a:t>Other purpose</a:t>
                          </a:r>
                        </a:p>
                      </a:txBody>
                      <a:tcPr anchor="ctr"/>
                    </a:tc>
                    <a:extLst>
                      <a:ext uri="{0D108BD9-81ED-4DB2-BD59-A6C34878D82A}">
                        <a16:rowId xmlns:a16="http://schemas.microsoft.com/office/drawing/2014/main" val="2999613466"/>
                      </a:ext>
                    </a:extLst>
                  </a:tr>
                  <a:tr h="0">
                    <a:tc>
                      <a:txBody>
                        <a:bodyPr/>
                        <a:lstStyle/>
                        <a:p>
                          <a:pPr>
                            <a:buNone/>
                          </a:pPr>
                          <a14:m>
                            <m:oMathPara xmlns:m="http://schemas.openxmlformats.org/officeDocument/2006/math">
                              <m:oMath>
                                <m:sSub>
                                  <m:sSubPr>
                                    <m:ctrlPr>
                                      <a:rPr lang="en-GB" b="0" i="1" dirty="0" smtClean="0">
                                        <a:solidFill>
                                          <a:srgbClr val="00B050"/>
                                        </a:solidFill>
                                        <a:latin typeface="Cambria Math" panose="02040503050406030204" pitchFamily="18" charset="0"/>
                                      </a:rPr>
                                    </m:ctrlPr>
                                  </m:sSubPr>
                                  <m:e>
                                    <m:r>
                                      <a:rPr lang="en-GB" b="0" i="1" dirty="0" smtClean="0">
                                        <a:solidFill>
                                          <a:srgbClr val="00B050"/>
                                        </a:solidFill>
                                        <a:latin typeface="Cambria Math" panose="02040503050406030204" pitchFamily="18" charset="0"/>
                                      </a:rPr>
                                      <m:t>𝑐</m:t>
                                    </m:r>
                                  </m:e>
                                  <m:sub>
                                    <m:r>
                                      <a:rPr lang="en-GB" b="0" i="0" dirty="0" smtClean="0">
                                        <a:solidFill>
                                          <a:srgbClr val="00B050"/>
                                        </a:solidFill>
                                        <a:latin typeface="Cambria Math" panose="02040503050406030204" pitchFamily="18" charset="0"/>
                                      </a:rPr>
                                      <m:t>3</m:t>
                                    </m:r>
                                  </m:sub>
                                </m:sSub>
                              </m:oMath>
                            </m:oMathPara>
                          </a14:m>
                          <a:endParaRPr lang="en-ZA" dirty="0"/>
                        </a:p>
                      </a:txBody>
                      <a:tcPr anchor="ctr"/>
                    </a:tc>
                    <a:tc>
                      <a:txBody>
                        <a:bodyPr/>
                        <a:lstStyle/>
                        <a:p>
                          <a:pPr algn="ctr">
                            <a:buNone/>
                          </a:pPr>
                          <a:r>
                            <a:rPr lang="en-ZA" dirty="0"/>
                            <a:t>Vehicle</a:t>
                          </a:r>
                        </a:p>
                      </a:txBody>
                      <a:tcPr anchor="ctr"/>
                    </a:tc>
                    <a:extLst>
                      <a:ext uri="{0D108BD9-81ED-4DB2-BD59-A6C34878D82A}">
                        <a16:rowId xmlns:a16="http://schemas.microsoft.com/office/drawing/2014/main" val="3540822509"/>
                      </a:ext>
                    </a:extLst>
                  </a:tr>
                  <a:tr h="0">
                    <a:tc>
                      <a:txBody>
                        <a:bodyPr/>
                        <a:lstStyle/>
                        <a:p>
                          <a:pPr>
                            <a:buNone/>
                          </a:pPr>
                          <a14:m>
                            <m:oMathPara xmlns:m="http://schemas.openxmlformats.org/officeDocument/2006/math">
                              <m:oMath>
                                <m:sSub>
                                  <m:sSubPr>
                                    <m:ctrlPr>
                                      <a:rPr lang="en-GB" b="0" i="1" dirty="0" smtClean="0">
                                        <a:solidFill>
                                          <a:srgbClr val="FFC000"/>
                                        </a:solidFill>
                                        <a:latin typeface="Cambria Math" panose="02040503050406030204" pitchFamily="18" charset="0"/>
                                      </a:rPr>
                                    </m:ctrlPr>
                                  </m:sSubPr>
                                  <m:e>
                                    <m:r>
                                      <a:rPr lang="en-GB" b="0" i="1" dirty="0" smtClean="0">
                                        <a:solidFill>
                                          <a:srgbClr val="FFC000"/>
                                        </a:solidFill>
                                        <a:latin typeface="Cambria Math" panose="02040503050406030204" pitchFamily="18" charset="0"/>
                                      </a:rPr>
                                      <m:t>𝑑</m:t>
                                    </m:r>
                                  </m:e>
                                  <m:sub>
                                    <m:r>
                                      <a:rPr lang="en-GB" b="0" i="0" dirty="0" smtClean="0">
                                        <a:solidFill>
                                          <a:srgbClr val="FFC000"/>
                                        </a:solidFill>
                                        <a:latin typeface="Cambria Math" panose="02040503050406030204" pitchFamily="18" charset="0"/>
                                      </a:rPr>
                                      <m:t>1</m:t>
                                    </m:r>
                                  </m:sub>
                                </m:sSub>
                              </m:oMath>
                            </m:oMathPara>
                          </a14:m>
                          <a:endParaRPr lang="en-ZA" dirty="0"/>
                        </a:p>
                      </a:txBody>
                      <a:tcPr anchor="ctr"/>
                    </a:tc>
                    <a:tc>
                      <a:txBody>
                        <a:bodyPr/>
                        <a:lstStyle/>
                        <a:p>
                          <a:pPr algn="ctr">
                            <a:buNone/>
                          </a:pPr>
                          <a:r>
                            <a:rPr lang="en-ZA" dirty="0"/>
                            <a:t>DTI</a:t>
                          </a:r>
                        </a:p>
                      </a:txBody>
                      <a:tcPr anchor="ctr"/>
                    </a:tc>
                    <a:extLst>
                      <a:ext uri="{0D108BD9-81ED-4DB2-BD59-A6C34878D82A}">
                        <a16:rowId xmlns:a16="http://schemas.microsoft.com/office/drawing/2014/main" val="178627522"/>
                      </a:ext>
                    </a:extLst>
                  </a:tr>
                  <a:tr h="0">
                    <a:tc>
                      <a:txBody>
                        <a:bodyPr/>
                        <a:lstStyle/>
                        <a:p>
                          <a:pPr>
                            <a:buNone/>
                          </a:pPr>
                          <a14:m>
                            <m:oMathPara xmlns:m="http://schemas.openxmlformats.org/officeDocument/2006/math">
                              <m:oMath>
                                <m:sSub>
                                  <m:sSubPr>
                                    <m:ctrlPr>
                                      <a:rPr lang="en-GB" b="0" i="1" dirty="0" smtClean="0">
                                        <a:solidFill>
                                          <a:srgbClr val="C00000"/>
                                        </a:solidFill>
                                        <a:latin typeface="Cambria Math" panose="02040503050406030204" pitchFamily="18" charset="0"/>
                                      </a:rPr>
                                    </m:ctrlPr>
                                  </m:sSubPr>
                                  <m:e>
                                    <m:r>
                                      <a:rPr lang="en-GB" b="0" i="1" dirty="0" smtClean="0">
                                        <a:solidFill>
                                          <a:srgbClr val="C00000"/>
                                        </a:solidFill>
                                        <a:latin typeface="Cambria Math" panose="02040503050406030204" pitchFamily="18" charset="0"/>
                                      </a:rPr>
                                      <m:t>𝑒</m:t>
                                    </m:r>
                                  </m:e>
                                  <m:sub>
                                    <m:r>
                                      <a:rPr lang="en-GB" dirty="0">
                                        <a:solidFill>
                                          <a:srgbClr val="C00000"/>
                                        </a:solidFill>
                                        <a:latin typeface="Cambria Math" panose="02040503050406030204" pitchFamily="18" charset="0"/>
                                      </a:rPr>
                                      <m:t>1</m:t>
                                    </m:r>
                                  </m:sub>
                                </m:sSub>
                              </m:oMath>
                            </m:oMathPara>
                          </a14:m>
                          <a:endParaRPr lang="en-ZA" dirty="0"/>
                        </a:p>
                      </a:txBody>
                      <a:tcPr anchor="ctr"/>
                    </a:tc>
                    <a:tc>
                      <a:txBody>
                        <a:bodyPr/>
                        <a:lstStyle/>
                        <a:p>
                          <a:pPr algn="ctr">
                            <a:buNone/>
                          </a:pPr>
                          <a:r>
                            <a:rPr lang="en-ZA"/>
                            <a:t>HistLen</a:t>
                          </a:r>
                        </a:p>
                      </a:txBody>
                      <a:tcPr anchor="ctr"/>
                    </a:tc>
                    <a:extLst>
                      <a:ext uri="{0D108BD9-81ED-4DB2-BD59-A6C34878D82A}">
                        <a16:rowId xmlns:a16="http://schemas.microsoft.com/office/drawing/2014/main" val="2927568589"/>
                      </a:ext>
                    </a:extLst>
                  </a:tr>
                  <a:tr h="0">
                    <a:tc>
                      <a:txBody>
                        <a:bodyPr/>
                        <a:lstStyle/>
                        <a:p>
                          <a:pPr>
                            <a:buNone/>
                          </a:pPr>
                          <a14:m>
                            <m:oMathPara xmlns:m="http://schemas.openxmlformats.org/officeDocument/2006/math">
                              <m:oMath>
                                <m:sSub>
                                  <m:sSubPr>
                                    <m:ctrlPr>
                                      <a:rPr lang="en-GB" b="0" i="1" dirty="0" smtClean="0">
                                        <a:solidFill>
                                          <a:srgbClr val="002060"/>
                                        </a:solidFill>
                                        <a:latin typeface="Cambria Math" panose="02040503050406030204" pitchFamily="18" charset="0"/>
                                      </a:rPr>
                                    </m:ctrlPr>
                                  </m:sSubPr>
                                  <m:e>
                                    <m:r>
                                      <a:rPr lang="en-GB" b="0" i="1" dirty="0" smtClean="0">
                                        <a:solidFill>
                                          <a:srgbClr val="002060"/>
                                        </a:solidFill>
                                        <a:latin typeface="Cambria Math" panose="02040503050406030204" pitchFamily="18" charset="0"/>
                                      </a:rPr>
                                      <m:t>𝑓</m:t>
                                    </m:r>
                                  </m:e>
                                  <m:sub>
                                    <m:r>
                                      <a:rPr lang="en-GB" b="0" i="1" dirty="0" smtClean="0">
                                        <a:solidFill>
                                          <a:srgbClr val="002060"/>
                                        </a:solidFill>
                                        <a:latin typeface="Cambria Math" panose="02040503050406030204" pitchFamily="18" charset="0"/>
                                      </a:rPr>
                                      <m:t>1</m:t>
                                    </m:r>
                                  </m:sub>
                                </m:sSub>
                              </m:oMath>
                            </m:oMathPara>
                          </a14:m>
                          <a:endParaRPr lang="en-ZA" dirty="0"/>
                        </a:p>
                      </a:txBody>
                      <a:tcPr anchor="ctr"/>
                    </a:tc>
                    <a:tc>
                      <a:txBody>
                        <a:bodyPr/>
                        <a:lstStyle/>
                        <a:p>
                          <a:pPr algn="ctr">
                            <a:buNone/>
                          </a:pPr>
                          <a:r>
                            <a:rPr lang="en-ZA" dirty="0"/>
                            <a:t>Age</a:t>
                          </a:r>
                        </a:p>
                      </a:txBody>
                      <a:tcPr anchor="ctr"/>
                    </a:tc>
                    <a:extLst>
                      <a:ext uri="{0D108BD9-81ED-4DB2-BD59-A6C34878D82A}">
                        <a16:rowId xmlns:a16="http://schemas.microsoft.com/office/drawing/2014/main" val="1482920449"/>
                      </a:ext>
                    </a:extLst>
                  </a:tr>
                </a:tbl>
              </a:graphicData>
            </a:graphic>
          </p:graphicFrame>
        </mc:Choice>
        <mc:Fallback xmlns="">
          <p:graphicFrame>
            <p:nvGraphicFramePr>
              <p:cNvPr id="6" name="Table 5">
                <a:extLst>
                  <a:ext uri="{FF2B5EF4-FFF2-40B4-BE49-F238E27FC236}">
                    <a16:creationId xmlns:a16="http://schemas.microsoft.com/office/drawing/2014/main" id="{7E3E5BF2-17AD-4EFA-81FF-69BDC369ADEE}"/>
                  </a:ext>
                </a:extLst>
              </p:cNvPr>
              <p:cNvGraphicFramePr>
                <a:graphicFrameLocks noGrp="1"/>
              </p:cNvGraphicFramePr>
              <p:nvPr>
                <p:extLst>
                  <p:ext uri="{D42A27DB-BD31-4B8C-83A1-F6EECF244321}">
                    <p14:modId xmlns:p14="http://schemas.microsoft.com/office/powerpoint/2010/main" val="428118302"/>
                  </p:ext>
                </p:extLst>
              </p:nvPr>
            </p:nvGraphicFramePr>
            <p:xfrm>
              <a:off x="500380" y="2019665"/>
              <a:ext cx="11160760" cy="4389120"/>
            </p:xfrm>
            <a:graphic>
              <a:graphicData uri="http://schemas.openxmlformats.org/drawingml/2006/table">
                <a:tbl>
                  <a:tblPr>
                    <a:tableStyleId>{5C22544A-7EE6-4342-B048-85BDC9FD1C3A}</a:tableStyleId>
                  </a:tblPr>
                  <a:tblGrid>
                    <a:gridCol w="5537974">
                      <a:extLst>
                        <a:ext uri="{9D8B030D-6E8A-4147-A177-3AD203B41FA5}">
                          <a16:colId xmlns:a16="http://schemas.microsoft.com/office/drawing/2014/main" val="69099362"/>
                        </a:ext>
                      </a:extLst>
                    </a:gridCol>
                    <a:gridCol w="5622786">
                      <a:extLst>
                        <a:ext uri="{9D8B030D-6E8A-4147-A177-3AD203B41FA5}">
                          <a16:colId xmlns:a16="http://schemas.microsoft.com/office/drawing/2014/main" val="2611329327"/>
                        </a:ext>
                      </a:extLst>
                    </a:gridCol>
                  </a:tblGrid>
                  <a:tr h="365760">
                    <a:tc>
                      <a:txBody>
                        <a:bodyPr/>
                        <a:lstStyle/>
                        <a:p>
                          <a:pPr algn="ctr">
                            <a:buNone/>
                          </a:pPr>
                          <a:r>
                            <a:rPr lang="en-ZA" dirty="0"/>
                            <a:t>Symbol</a:t>
                          </a:r>
                        </a:p>
                      </a:txBody>
                      <a:tcPr anchor="ctr"/>
                    </a:tc>
                    <a:tc>
                      <a:txBody>
                        <a:bodyPr/>
                        <a:lstStyle/>
                        <a:p>
                          <a:pPr algn="ctr">
                            <a:buNone/>
                          </a:pPr>
                          <a:r>
                            <a:rPr lang="en-ZA" dirty="0"/>
                            <a:t>Variable</a:t>
                          </a:r>
                        </a:p>
                      </a:txBody>
                      <a:tcPr anchor="ctr"/>
                    </a:tc>
                    <a:extLst>
                      <a:ext uri="{0D108BD9-81ED-4DB2-BD59-A6C34878D82A}">
                        <a16:rowId xmlns:a16="http://schemas.microsoft.com/office/drawing/2014/main" val="1339854645"/>
                      </a:ext>
                    </a:extLst>
                  </a:tr>
                  <a:tr h="365760">
                    <a:tc>
                      <a:txBody>
                        <a:bodyPr/>
                        <a:lstStyle/>
                        <a:p>
                          <a:endParaRPr lang="en-US"/>
                        </a:p>
                      </a:txBody>
                      <a:tcPr anchor="ctr">
                        <a:blipFill>
                          <a:blip r:embed="rId4"/>
                          <a:stretch>
                            <a:fillRect l="-110" t="-108333" r="-101650" b="-1026667"/>
                          </a:stretch>
                        </a:blipFill>
                      </a:tcPr>
                    </a:tc>
                    <a:tc>
                      <a:txBody>
                        <a:bodyPr/>
                        <a:lstStyle/>
                        <a:p>
                          <a:pPr algn="ctr">
                            <a:buNone/>
                          </a:pPr>
                          <a:r>
                            <a:rPr lang="en-ZA" dirty="0"/>
                            <a:t>Salaried</a:t>
                          </a:r>
                        </a:p>
                      </a:txBody>
                      <a:tcPr anchor="ctr"/>
                    </a:tc>
                    <a:extLst>
                      <a:ext uri="{0D108BD9-81ED-4DB2-BD59-A6C34878D82A}">
                        <a16:rowId xmlns:a16="http://schemas.microsoft.com/office/drawing/2014/main" val="1947010647"/>
                      </a:ext>
                    </a:extLst>
                  </a:tr>
                  <a:tr h="365760">
                    <a:tc>
                      <a:txBody>
                        <a:bodyPr/>
                        <a:lstStyle/>
                        <a:p>
                          <a:endParaRPr lang="en-US"/>
                        </a:p>
                      </a:txBody>
                      <a:tcPr anchor="ctr">
                        <a:blipFill>
                          <a:blip r:embed="rId4"/>
                          <a:stretch>
                            <a:fillRect l="-110" t="-208333" r="-101650" b="-926667"/>
                          </a:stretch>
                        </a:blipFill>
                      </a:tcPr>
                    </a:tc>
                    <a:tc>
                      <a:txBody>
                        <a:bodyPr/>
                        <a:lstStyle/>
                        <a:p>
                          <a:pPr algn="ctr">
                            <a:buNone/>
                          </a:pPr>
                          <a:r>
                            <a:rPr lang="en-ZA" dirty="0"/>
                            <a:t>Self-employed</a:t>
                          </a:r>
                        </a:p>
                      </a:txBody>
                      <a:tcPr anchor="ctr"/>
                    </a:tc>
                    <a:extLst>
                      <a:ext uri="{0D108BD9-81ED-4DB2-BD59-A6C34878D82A}">
                        <a16:rowId xmlns:a16="http://schemas.microsoft.com/office/drawing/2014/main" val="3426411147"/>
                      </a:ext>
                    </a:extLst>
                  </a:tr>
                  <a:tr h="365760">
                    <a:tc>
                      <a:txBody>
                        <a:bodyPr/>
                        <a:lstStyle/>
                        <a:p>
                          <a:endParaRPr lang="en-US"/>
                        </a:p>
                      </a:txBody>
                      <a:tcPr anchor="ctr">
                        <a:blipFill>
                          <a:blip r:embed="rId4"/>
                          <a:stretch>
                            <a:fillRect l="-110" t="-308333" r="-101650" b="-826667"/>
                          </a:stretch>
                        </a:blipFill>
                      </a:tcPr>
                    </a:tc>
                    <a:tc>
                      <a:txBody>
                        <a:bodyPr/>
                        <a:lstStyle/>
                        <a:p>
                          <a:pPr algn="ctr">
                            <a:buNone/>
                          </a:pPr>
                          <a:r>
                            <a:rPr lang="en-ZA" dirty="0"/>
                            <a:t>Unemployed</a:t>
                          </a:r>
                        </a:p>
                      </a:txBody>
                      <a:tcPr anchor="ctr"/>
                    </a:tc>
                    <a:extLst>
                      <a:ext uri="{0D108BD9-81ED-4DB2-BD59-A6C34878D82A}">
                        <a16:rowId xmlns:a16="http://schemas.microsoft.com/office/drawing/2014/main" val="3005747968"/>
                      </a:ext>
                    </a:extLst>
                  </a:tr>
                  <a:tr h="365760">
                    <a:tc>
                      <a:txBody>
                        <a:bodyPr/>
                        <a:lstStyle/>
                        <a:p>
                          <a:endParaRPr lang="en-US"/>
                        </a:p>
                      </a:txBody>
                      <a:tcPr anchor="ctr">
                        <a:blipFill>
                          <a:blip r:embed="rId4"/>
                          <a:stretch>
                            <a:fillRect l="-110" t="-408333" r="-101650" b="-726667"/>
                          </a:stretch>
                        </a:blipFill>
                      </a:tcPr>
                    </a:tc>
                    <a:tc>
                      <a:txBody>
                        <a:bodyPr/>
                        <a:lstStyle/>
                        <a:p>
                          <a:pPr algn="ctr">
                            <a:buNone/>
                          </a:pPr>
                          <a:r>
                            <a:rPr lang="en-ZA" dirty="0"/>
                            <a:t>Own</a:t>
                          </a:r>
                        </a:p>
                      </a:txBody>
                      <a:tcPr anchor="ctr"/>
                    </a:tc>
                    <a:extLst>
                      <a:ext uri="{0D108BD9-81ED-4DB2-BD59-A6C34878D82A}">
                        <a16:rowId xmlns:a16="http://schemas.microsoft.com/office/drawing/2014/main" val="2721851198"/>
                      </a:ext>
                    </a:extLst>
                  </a:tr>
                  <a:tr h="365760">
                    <a:tc>
                      <a:txBody>
                        <a:bodyPr/>
                        <a:lstStyle/>
                        <a:p>
                          <a:endParaRPr lang="en-US"/>
                        </a:p>
                      </a:txBody>
                      <a:tcPr anchor="ctr">
                        <a:blipFill>
                          <a:blip r:embed="rId4"/>
                          <a:stretch>
                            <a:fillRect l="-110" t="-500000" r="-101650" b="-614754"/>
                          </a:stretch>
                        </a:blipFill>
                      </a:tcPr>
                    </a:tc>
                    <a:tc>
                      <a:txBody>
                        <a:bodyPr/>
                        <a:lstStyle/>
                        <a:p>
                          <a:pPr algn="ctr">
                            <a:buNone/>
                          </a:pPr>
                          <a:r>
                            <a:rPr lang="en-ZA" dirty="0"/>
                            <a:t>Rent</a:t>
                          </a:r>
                        </a:p>
                      </a:txBody>
                      <a:tcPr anchor="ctr"/>
                    </a:tc>
                    <a:extLst>
                      <a:ext uri="{0D108BD9-81ED-4DB2-BD59-A6C34878D82A}">
                        <a16:rowId xmlns:a16="http://schemas.microsoft.com/office/drawing/2014/main" val="3438366069"/>
                      </a:ext>
                    </a:extLst>
                  </a:tr>
                  <a:tr h="365760">
                    <a:tc>
                      <a:txBody>
                        <a:bodyPr/>
                        <a:lstStyle/>
                        <a:p>
                          <a:endParaRPr lang="en-US"/>
                        </a:p>
                      </a:txBody>
                      <a:tcPr anchor="ctr">
                        <a:blipFill>
                          <a:blip r:embed="rId4"/>
                          <a:stretch>
                            <a:fillRect l="-110" t="-610000" r="-101650" b="-525000"/>
                          </a:stretch>
                        </a:blipFill>
                      </a:tcPr>
                    </a:tc>
                    <a:tc>
                      <a:txBody>
                        <a:bodyPr/>
                        <a:lstStyle/>
                        <a:p>
                          <a:pPr algn="ctr">
                            <a:buNone/>
                          </a:pPr>
                          <a:r>
                            <a:rPr lang="en-ZA" dirty="0"/>
                            <a:t>Home improvement</a:t>
                          </a:r>
                        </a:p>
                      </a:txBody>
                      <a:tcPr anchor="ctr"/>
                    </a:tc>
                    <a:extLst>
                      <a:ext uri="{0D108BD9-81ED-4DB2-BD59-A6C34878D82A}">
                        <a16:rowId xmlns:a16="http://schemas.microsoft.com/office/drawing/2014/main" val="3098078112"/>
                      </a:ext>
                    </a:extLst>
                  </a:tr>
                  <a:tr h="365760">
                    <a:tc>
                      <a:txBody>
                        <a:bodyPr/>
                        <a:lstStyle/>
                        <a:p>
                          <a:endParaRPr lang="en-US"/>
                        </a:p>
                      </a:txBody>
                      <a:tcPr anchor="ctr">
                        <a:blipFill>
                          <a:blip r:embed="rId4"/>
                          <a:stretch>
                            <a:fillRect l="-110" t="-710000" r="-101650" b="-425000"/>
                          </a:stretch>
                        </a:blipFill>
                      </a:tcPr>
                    </a:tc>
                    <a:tc>
                      <a:txBody>
                        <a:bodyPr/>
                        <a:lstStyle/>
                        <a:p>
                          <a:pPr algn="ctr">
                            <a:buNone/>
                          </a:pPr>
                          <a:r>
                            <a:rPr lang="en-ZA" dirty="0"/>
                            <a:t>Other purpose</a:t>
                          </a:r>
                        </a:p>
                      </a:txBody>
                      <a:tcPr anchor="ctr"/>
                    </a:tc>
                    <a:extLst>
                      <a:ext uri="{0D108BD9-81ED-4DB2-BD59-A6C34878D82A}">
                        <a16:rowId xmlns:a16="http://schemas.microsoft.com/office/drawing/2014/main" val="2999613466"/>
                      </a:ext>
                    </a:extLst>
                  </a:tr>
                  <a:tr h="365760">
                    <a:tc>
                      <a:txBody>
                        <a:bodyPr/>
                        <a:lstStyle/>
                        <a:p>
                          <a:endParaRPr lang="en-US"/>
                        </a:p>
                      </a:txBody>
                      <a:tcPr anchor="ctr">
                        <a:blipFill>
                          <a:blip r:embed="rId4"/>
                          <a:stretch>
                            <a:fillRect l="-110" t="-810000" r="-101650" b="-325000"/>
                          </a:stretch>
                        </a:blipFill>
                      </a:tcPr>
                    </a:tc>
                    <a:tc>
                      <a:txBody>
                        <a:bodyPr/>
                        <a:lstStyle/>
                        <a:p>
                          <a:pPr algn="ctr">
                            <a:buNone/>
                          </a:pPr>
                          <a:r>
                            <a:rPr lang="en-ZA" dirty="0"/>
                            <a:t>Vehicle</a:t>
                          </a:r>
                        </a:p>
                      </a:txBody>
                      <a:tcPr anchor="ctr"/>
                    </a:tc>
                    <a:extLst>
                      <a:ext uri="{0D108BD9-81ED-4DB2-BD59-A6C34878D82A}">
                        <a16:rowId xmlns:a16="http://schemas.microsoft.com/office/drawing/2014/main" val="3540822509"/>
                      </a:ext>
                    </a:extLst>
                  </a:tr>
                  <a:tr h="365760">
                    <a:tc>
                      <a:txBody>
                        <a:bodyPr/>
                        <a:lstStyle/>
                        <a:p>
                          <a:endParaRPr lang="en-US"/>
                        </a:p>
                      </a:txBody>
                      <a:tcPr anchor="ctr">
                        <a:blipFill>
                          <a:blip r:embed="rId4"/>
                          <a:stretch>
                            <a:fillRect l="-110" t="-910000" r="-101650" b="-225000"/>
                          </a:stretch>
                        </a:blipFill>
                      </a:tcPr>
                    </a:tc>
                    <a:tc>
                      <a:txBody>
                        <a:bodyPr/>
                        <a:lstStyle/>
                        <a:p>
                          <a:pPr algn="ctr">
                            <a:buNone/>
                          </a:pPr>
                          <a:r>
                            <a:rPr lang="en-ZA" dirty="0"/>
                            <a:t>DTI</a:t>
                          </a:r>
                        </a:p>
                      </a:txBody>
                      <a:tcPr anchor="ctr"/>
                    </a:tc>
                    <a:extLst>
                      <a:ext uri="{0D108BD9-81ED-4DB2-BD59-A6C34878D82A}">
                        <a16:rowId xmlns:a16="http://schemas.microsoft.com/office/drawing/2014/main" val="178627522"/>
                      </a:ext>
                    </a:extLst>
                  </a:tr>
                  <a:tr h="365760">
                    <a:tc>
                      <a:txBody>
                        <a:bodyPr/>
                        <a:lstStyle/>
                        <a:p>
                          <a:endParaRPr lang="en-US"/>
                        </a:p>
                      </a:txBody>
                      <a:tcPr anchor="ctr">
                        <a:blipFill>
                          <a:blip r:embed="rId4"/>
                          <a:stretch>
                            <a:fillRect l="-110" t="-1010000" r="-101650" b="-125000"/>
                          </a:stretch>
                        </a:blipFill>
                      </a:tcPr>
                    </a:tc>
                    <a:tc>
                      <a:txBody>
                        <a:bodyPr/>
                        <a:lstStyle/>
                        <a:p>
                          <a:pPr algn="ctr">
                            <a:buNone/>
                          </a:pPr>
                          <a:r>
                            <a:rPr lang="en-ZA"/>
                            <a:t>HistLen</a:t>
                          </a:r>
                        </a:p>
                      </a:txBody>
                      <a:tcPr anchor="ctr"/>
                    </a:tc>
                    <a:extLst>
                      <a:ext uri="{0D108BD9-81ED-4DB2-BD59-A6C34878D82A}">
                        <a16:rowId xmlns:a16="http://schemas.microsoft.com/office/drawing/2014/main" val="2927568589"/>
                      </a:ext>
                    </a:extLst>
                  </a:tr>
                  <a:tr h="365760">
                    <a:tc>
                      <a:txBody>
                        <a:bodyPr/>
                        <a:lstStyle/>
                        <a:p>
                          <a:endParaRPr lang="en-US"/>
                        </a:p>
                      </a:txBody>
                      <a:tcPr anchor="ctr">
                        <a:blipFill>
                          <a:blip r:embed="rId4"/>
                          <a:stretch>
                            <a:fillRect l="-110" t="-1110000" r="-101650" b="-25000"/>
                          </a:stretch>
                        </a:blipFill>
                      </a:tcPr>
                    </a:tc>
                    <a:tc>
                      <a:txBody>
                        <a:bodyPr/>
                        <a:lstStyle/>
                        <a:p>
                          <a:pPr algn="ctr">
                            <a:buNone/>
                          </a:pPr>
                          <a:r>
                            <a:rPr lang="en-ZA" dirty="0"/>
                            <a:t>Age</a:t>
                          </a:r>
                        </a:p>
                      </a:txBody>
                      <a:tcPr anchor="ctr"/>
                    </a:tc>
                    <a:extLst>
                      <a:ext uri="{0D108BD9-81ED-4DB2-BD59-A6C34878D82A}">
                        <a16:rowId xmlns:a16="http://schemas.microsoft.com/office/drawing/2014/main" val="1482920449"/>
                      </a:ext>
                    </a:extLst>
                  </a:tr>
                </a:tbl>
              </a:graphicData>
            </a:graphic>
          </p:graphicFrame>
        </mc:Fallback>
      </mc:AlternateContent>
    </p:spTree>
    <p:extLst>
      <p:ext uri="{BB962C8B-B14F-4D97-AF65-F5344CB8AC3E}">
        <p14:creationId xmlns:p14="http://schemas.microsoft.com/office/powerpoint/2010/main" val="3953398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347472"/>
            <a:ext cx="10972800" cy="502920"/>
          </a:xfrm>
          <a:prstGeom prst="rect">
            <a:avLst/>
          </a:prstGeom>
          <a:noFill/>
        </p:spPr>
        <p:txBody>
          <a:bodyPr wrap="square">
            <a:spAutoFit/>
          </a:bodyPr>
          <a:lstStyle/>
          <a:p>
            <a:pPr>
              <a:spcAft>
                <a:spcPts val="500"/>
              </a:spcAft>
              <a:defRPr sz="2700" b="1">
                <a:solidFill>
                  <a:srgbClr val="182744"/>
                </a:solidFill>
                <a:latin typeface="Aptos"/>
              </a:defRPr>
            </a:pPr>
            <a:r>
              <a:rPr dirty="0"/>
              <a:t>2. Overall model fit</a:t>
            </a:r>
            <a:r>
              <a:rPr lang="en-GB" dirty="0"/>
              <a:t> of our train data</a:t>
            </a:r>
            <a:endParaRPr dirty="0"/>
          </a:p>
        </p:txBody>
      </p:sp>
      <p:sp>
        <p:nvSpPr>
          <p:cNvPr id="4" name="TextBox 3"/>
          <p:cNvSpPr txBox="1"/>
          <p:nvPr/>
        </p:nvSpPr>
        <p:spPr>
          <a:xfrm>
            <a:off x="621792" y="896112"/>
            <a:ext cx="10972800" cy="320040"/>
          </a:xfrm>
          <a:prstGeom prst="rect">
            <a:avLst/>
          </a:prstGeom>
          <a:noFill/>
        </p:spPr>
        <p:txBody>
          <a:bodyPr wrap="square">
            <a:spAutoFit/>
          </a:bodyPr>
          <a:lstStyle/>
          <a:p>
            <a:pPr>
              <a:spcAft>
                <a:spcPts val="500"/>
              </a:spcAft>
              <a:defRPr sz="1100" b="0">
                <a:solidFill>
                  <a:srgbClr val="5F6C7A"/>
                </a:solidFill>
                <a:latin typeface="Aptos"/>
              </a:defRPr>
            </a:pPr>
            <a:r>
              <a:t>Strong in-sample fit — not proof of out-of-sample accuracy</a:t>
            </a:r>
          </a:p>
        </p:txBody>
      </p:sp>
      <p:sp>
        <p:nvSpPr>
          <p:cNvPr id="5" name="Rectangle 4"/>
          <p:cNvSpPr/>
          <p:nvPr/>
        </p:nvSpPr>
        <p:spPr>
          <a:xfrm>
            <a:off x="621792" y="1261872"/>
            <a:ext cx="1005840" cy="54864"/>
          </a:xfrm>
          <a:prstGeom prst="rect">
            <a:avLst/>
          </a:prstGeom>
          <a:solidFill>
            <a:srgbClr val="25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92840" y="6473952"/>
            <a:ext cx="411480" cy="182880"/>
          </a:xfrm>
          <a:prstGeom prst="rect">
            <a:avLst/>
          </a:prstGeom>
          <a:noFill/>
        </p:spPr>
        <p:txBody>
          <a:bodyPr wrap="square">
            <a:spAutoFit/>
          </a:bodyPr>
          <a:lstStyle/>
          <a:p>
            <a:pPr algn="r">
              <a:spcAft>
                <a:spcPts val="500"/>
              </a:spcAft>
              <a:defRPr sz="900" b="0">
                <a:solidFill>
                  <a:srgbClr val="5F6C7A"/>
                </a:solidFill>
                <a:latin typeface="Aptos"/>
              </a:defRPr>
            </a:pPr>
            <a:r>
              <a:t>3</a:t>
            </a:r>
          </a:p>
        </p:txBody>
      </p:sp>
      <p:grpSp>
        <p:nvGrpSpPr>
          <p:cNvPr id="24" name="Group 23">
            <a:extLst>
              <a:ext uri="{FF2B5EF4-FFF2-40B4-BE49-F238E27FC236}">
                <a16:creationId xmlns:a16="http://schemas.microsoft.com/office/drawing/2014/main" id="{D6016D61-754D-F0CF-7FCD-AE2AA12F5609}"/>
              </a:ext>
            </a:extLst>
          </p:cNvPr>
          <p:cNvGrpSpPr/>
          <p:nvPr/>
        </p:nvGrpSpPr>
        <p:grpSpPr>
          <a:xfrm>
            <a:off x="808084" y="1572790"/>
            <a:ext cx="10428436" cy="1671919"/>
            <a:chOff x="808084" y="1572790"/>
            <a:chExt cx="10428436" cy="1671919"/>
          </a:xfrm>
        </p:grpSpPr>
        <p:grpSp>
          <p:nvGrpSpPr>
            <p:cNvPr id="21" name="Group 20">
              <a:extLst>
                <a:ext uri="{FF2B5EF4-FFF2-40B4-BE49-F238E27FC236}">
                  <a16:creationId xmlns:a16="http://schemas.microsoft.com/office/drawing/2014/main" id="{EC71A0B8-0D27-EED3-BABE-2FBB29A3C85B}"/>
                </a:ext>
              </a:extLst>
            </p:cNvPr>
            <p:cNvGrpSpPr/>
            <p:nvPr/>
          </p:nvGrpSpPr>
          <p:grpSpPr>
            <a:xfrm>
              <a:off x="3513252" y="1695436"/>
              <a:ext cx="2423160" cy="1508760"/>
              <a:chOff x="3429000" y="1691640"/>
              <a:chExt cx="2423160" cy="1508760"/>
            </a:xfrm>
          </p:grpSpPr>
          <p:sp>
            <p:nvSpPr>
              <p:cNvPr id="10" name="Rounded Rectangle 9"/>
              <p:cNvSpPr/>
              <p:nvPr/>
            </p:nvSpPr>
            <p:spPr>
              <a:xfrm>
                <a:off x="3429000" y="1691640"/>
                <a:ext cx="2423160" cy="1508760"/>
              </a:xfrm>
              <a:prstGeom prst="roundRect">
                <a:avLst/>
              </a:prstGeom>
              <a:solidFill>
                <a:srgbClr val="EFF4F9"/>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593592" y="1856232"/>
                <a:ext cx="2093976" cy="502920"/>
              </a:xfrm>
              <a:prstGeom prst="rect">
                <a:avLst/>
              </a:prstGeom>
              <a:noFill/>
            </p:spPr>
            <p:txBody>
              <a:bodyPr wrap="square">
                <a:spAutoFit/>
              </a:bodyPr>
              <a:lstStyle/>
              <a:p>
                <a:pPr algn="ctr">
                  <a:spcAft>
                    <a:spcPts val="500"/>
                  </a:spcAft>
                  <a:defRPr sz="2700" b="1">
                    <a:solidFill>
                      <a:srgbClr val="2C5E91"/>
                    </a:solidFill>
                    <a:latin typeface="Aptos"/>
                  </a:defRPr>
                </a:pPr>
                <a:r>
                  <a:rPr dirty="0"/>
                  <a:t>91.8%</a:t>
                </a:r>
              </a:p>
            </p:txBody>
          </p:sp>
          <p:sp>
            <p:nvSpPr>
              <p:cNvPr id="12" name="TextBox 11"/>
              <p:cNvSpPr txBox="1"/>
              <p:nvPr/>
            </p:nvSpPr>
            <p:spPr>
              <a:xfrm>
                <a:off x="3566160" y="2441448"/>
                <a:ext cx="2148840" cy="685799"/>
              </a:xfrm>
              <a:prstGeom prst="rect">
                <a:avLst/>
              </a:prstGeom>
              <a:noFill/>
            </p:spPr>
            <p:txBody>
              <a:bodyPr wrap="square">
                <a:spAutoFit/>
              </a:bodyPr>
              <a:lstStyle/>
              <a:p>
                <a:pPr algn="ctr">
                  <a:spcAft>
                    <a:spcPts val="500"/>
                  </a:spcAft>
                  <a:defRPr sz="1200" b="0">
                    <a:solidFill>
                      <a:srgbClr val="272F3A"/>
                    </a:solidFill>
                    <a:latin typeface="Aptos"/>
                  </a:defRPr>
                </a:pPr>
                <a:r>
                  <a:rPr dirty="0"/>
                  <a:t>Adjusted R-squared</a:t>
                </a:r>
              </a:p>
            </p:txBody>
          </p:sp>
        </p:grpSp>
        <p:grpSp>
          <p:nvGrpSpPr>
            <p:cNvPr id="20" name="Group 19">
              <a:extLst>
                <a:ext uri="{FF2B5EF4-FFF2-40B4-BE49-F238E27FC236}">
                  <a16:creationId xmlns:a16="http://schemas.microsoft.com/office/drawing/2014/main" id="{CFDE15E2-94E5-0C42-B207-9D0204D00212}"/>
                </a:ext>
              </a:extLst>
            </p:cNvPr>
            <p:cNvGrpSpPr/>
            <p:nvPr/>
          </p:nvGrpSpPr>
          <p:grpSpPr>
            <a:xfrm>
              <a:off x="808084" y="1735949"/>
              <a:ext cx="2423160" cy="1508760"/>
              <a:chOff x="777240" y="1691640"/>
              <a:chExt cx="2423160" cy="1508760"/>
            </a:xfrm>
          </p:grpSpPr>
          <p:sp>
            <p:nvSpPr>
              <p:cNvPr id="7" name="Rounded Rectangle 6"/>
              <p:cNvSpPr/>
              <p:nvPr/>
            </p:nvSpPr>
            <p:spPr>
              <a:xfrm>
                <a:off x="777240" y="1691640"/>
                <a:ext cx="2423160" cy="1508760"/>
              </a:xfrm>
              <a:prstGeom prst="roundRect">
                <a:avLst/>
              </a:prstGeom>
              <a:solidFill>
                <a:srgbClr val="EFF4F9"/>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1832" y="1856232"/>
                <a:ext cx="2093976" cy="502920"/>
              </a:xfrm>
              <a:prstGeom prst="rect">
                <a:avLst/>
              </a:prstGeom>
              <a:noFill/>
            </p:spPr>
            <p:txBody>
              <a:bodyPr wrap="square">
                <a:spAutoFit/>
              </a:bodyPr>
              <a:lstStyle/>
              <a:p>
                <a:pPr algn="ctr">
                  <a:spcAft>
                    <a:spcPts val="500"/>
                  </a:spcAft>
                  <a:defRPr sz="2700" b="1">
                    <a:solidFill>
                      <a:srgbClr val="25827D"/>
                    </a:solidFill>
                    <a:latin typeface="Aptos"/>
                  </a:defRPr>
                </a:pPr>
                <a:r>
                  <a:rPr dirty="0"/>
                  <a:t>91.8%</a:t>
                </a:r>
              </a:p>
            </p:txBody>
          </p:sp>
          <p:sp>
            <p:nvSpPr>
              <p:cNvPr id="9" name="TextBox 8"/>
              <p:cNvSpPr txBox="1"/>
              <p:nvPr/>
            </p:nvSpPr>
            <p:spPr>
              <a:xfrm>
                <a:off x="945244" y="2441448"/>
                <a:ext cx="2148840" cy="685799"/>
              </a:xfrm>
              <a:prstGeom prst="rect">
                <a:avLst/>
              </a:prstGeom>
              <a:noFill/>
            </p:spPr>
            <p:txBody>
              <a:bodyPr wrap="square">
                <a:spAutoFit/>
              </a:bodyPr>
              <a:lstStyle/>
              <a:p>
                <a:pPr algn="ctr">
                  <a:spcAft>
                    <a:spcPts val="500"/>
                  </a:spcAft>
                  <a:defRPr sz="1200" b="0">
                    <a:solidFill>
                      <a:srgbClr val="272F3A"/>
                    </a:solidFill>
                    <a:latin typeface="Aptos"/>
                  </a:defRPr>
                </a:pPr>
                <a:r>
                  <a:rPr dirty="0"/>
                  <a:t>R-squared</a:t>
                </a:r>
              </a:p>
            </p:txBody>
          </p:sp>
        </p:grpSp>
        <p:grpSp>
          <p:nvGrpSpPr>
            <p:cNvPr id="22" name="Group 21">
              <a:extLst>
                <a:ext uri="{FF2B5EF4-FFF2-40B4-BE49-F238E27FC236}">
                  <a16:creationId xmlns:a16="http://schemas.microsoft.com/office/drawing/2014/main" id="{4E4BFE4F-D8D0-D516-7187-EA8315EBED14}"/>
                </a:ext>
              </a:extLst>
            </p:cNvPr>
            <p:cNvGrpSpPr/>
            <p:nvPr/>
          </p:nvGrpSpPr>
          <p:grpSpPr>
            <a:xfrm>
              <a:off x="6108192" y="1659658"/>
              <a:ext cx="2423160" cy="1508760"/>
              <a:chOff x="6080760" y="1691640"/>
              <a:chExt cx="2423160" cy="1508760"/>
            </a:xfrm>
          </p:grpSpPr>
          <p:sp>
            <p:nvSpPr>
              <p:cNvPr id="13" name="Rounded Rectangle 12"/>
              <p:cNvSpPr/>
              <p:nvPr/>
            </p:nvSpPr>
            <p:spPr>
              <a:xfrm>
                <a:off x="6080760" y="1691640"/>
                <a:ext cx="2423160" cy="1508760"/>
              </a:xfrm>
              <a:prstGeom prst="roundRect">
                <a:avLst/>
              </a:prstGeom>
              <a:solidFill>
                <a:srgbClr val="EFF4F9"/>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45352" y="1856232"/>
                <a:ext cx="2093976" cy="502920"/>
              </a:xfrm>
              <a:prstGeom prst="rect">
                <a:avLst/>
              </a:prstGeom>
              <a:noFill/>
            </p:spPr>
            <p:txBody>
              <a:bodyPr wrap="square">
                <a:spAutoFit/>
              </a:bodyPr>
              <a:lstStyle/>
              <a:p>
                <a:pPr algn="ctr">
                  <a:spcAft>
                    <a:spcPts val="500"/>
                  </a:spcAft>
                  <a:defRPr sz="2700" b="1">
                    <a:solidFill>
                      <a:srgbClr val="DAA039"/>
                    </a:solidFill>
                    <a:latin typeface="Aptos"/>
                  </a:defRPr>
                </a:pPr>
                <a:r>
                  <a:t>8,004</a:t>
                </a:r>
              </a:p>
            </p:txBody>
          </p:sp>
          <p:sp>
            <p:nvSpPr>
              <p:cNvPr id="15" name="TextBox 14"/>
              <p:cNvSpPr txBox="1"/>
              <p:nvPr/>
            </p:nvSpPr>
            <p:spPr>
              <a:xfrm>
                <a:off x="6217920" y="2441448"/>
                <a:ext cx="2148840" cy="685799"/>
              </a:xfrm>
              <a:prstGeom prst="rect">
                <a:avLst/>
              </a:prstGeom>
              <a:noFill/>
            </p:spPr>
            <p:txBody>
              <a:bodyPr wrap="square">
                <a:spAutoFit/>
              </a:bodyPr>
              <a:lstStyle/>
              <a:p>
                <a:pPr algn="ctr">
                  <a:spcAft>
                    <a:spcPts val="500"/>
                  </a:spcAft>
                  <a:defRPr sz="1200" b="0">
                    <a:solidFill>
                      <a:srgbClr val="272F3A"/>
                    </a:solidFill>
                    <a:latin typeface="Aptos"/>
                  </a:defRPr>
                </a:pPr>
                <a:r>
                  <a:t>Observations</a:t>
                </a:r>
              </a:p>
            </p:txBody>
          </p:sp>
        </p:grpSp>
        <p:grpSp>
          <p:nvGrpSpPr>
            <p:cNvPr id="23" name="Group 22">
              <a:extLst>
                <a:ext uri="{FF2B5EF4-FFF2-40B4-BE49-F238E27FC236}">
                  <a16:creationId xmlns:a16="http://schemas.microsoft.com/office/drawing/2014/main" id="{9163C6E2-8491-D32C-7EE0-0163ADEE4C20}"/>
                </a:ext>
              </a:extLst>
            </p:cNvPr>
            <p:cNvGrpSpPr/>
            <p:nvPr/>
          </p:nvGrpSpPr>
          <p:grpSpPr>
            <a:xfrm>
              <a:off x="8813360" y="1572790"/>
              <a:ext cx="2423160" cy="1508760"/>
              <a:chOff x="8732520" y="1691640"/>
              <a:chExt cx="2423160" cy="1508760"/>
            </a:xfrm>
          </p:grpSpPr>
          <p:sp>
            <p:nvSpPr>
              <p:cNvPr id="16" name="Rounded Rectangle 15"/>
              <p:cNvSpPr/>
              <p:nvPr/>
            </p:nvSpPr>
            <p:spPr>
              <a:xfrm>
                <a:off x="8732520" y="1691640"/>
                <a:ext cx="2423160" cy="1508760"/>
              </a:xfrm>
              <a:prstGeom prst="roundRect">
                <a:avLst/>
              </a:prstGeom>
              <a:solidFill>
                <a:srgbClr val="EFF4F9"/>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897112" y="1856232"/>
                <a:ext cx="2093976" cy="502920"/>
              </a:xfrm>
              <a:prstGeom prst="rect">
                <a:avLst/>
              </a:prstGeom>
              <a:noFill/>
            </p:spPr>
            <p:txBody>
              <a:bodyPr wrap="square">
                <a:spAutoFit/>
              </a:bodyPr>
              <a:lstStyle/>
              <a:p>
                <a:pPr algn="ctr">
                  <a:spcAft>
                    <a:spcPts val="500"/>
                  </a:spcAft>
                  <a:defRPr sz="2700" b="1">
                    <a:solidFill>
                      <a:srgbClr val="25827D"/>
                    </a:solidFill>
                    <a:latin typeface="Aptos"/>
                  </a:defRPr>
                </a:pPr>
                <a:r>
                  <a:rPr dirty="0"/>
                  <a:t>8,183</a:t>
                </a:r>
              </a:p>
            </p:txBody>
          </p:sp>
          <p:sp>
            <p:nvSpPr>
              <p:cNvPr id="18" name="TextBox 17"/>
              <p:cNvSpPr txBox="1"/>
              <p:nvPr/>
            </p:nvSpPr>
            <p:spPr>
              <a:xfrm>
                <a:off x="8869680" y="2441448"/>
                <a:ext cx="2148840" cy="685799"/>
              </a:xfrm>
              <a:prstGeom prst="rect">
                <a:avLst/>
              </a:prstGeom>
              <a:noFill/>
            </p:spPr>
            <p:txBody>
              <a:bodyPr wrap="square">
                <a:spAutoFit/>
              </a:bodyPr>
              <a:lstStyle/>
              <a:p>
                <a:pPr algn="ctr">
                  <a:spcAft>
                    <a:spcPts val="500"/>
                  </a:spcAft>
                  <a:defRPr sz="1200" b="0">
                    <a:solidFill>
                      <a:srgbClr val="272F3A"/>
                    </a:solidFill>
                    <a:latin typeface="Aptos"/>
                  </a:defRPr>
                </a:pPr>
                <a:r>
                  <a:rPr dirty="0"/>
                  <a:t>F-statistic</a:t>
                </a:r>
              </a:p>
            </p:txBody>
          </p:sp>
        </p:grpSp>
      </p:grpSp>
      <p:sp>
        <p:nvSpPr>
          <p:cNvPr id="19" name="TextBox 18"/>
          <p:cNvSpPr txBox="1"/>
          <p:nvPr/>
        </p:nvSpPr>
        <p:spPr>
          <a:xfrm>
            <a:off x="685800" y="3775291"/>
            <a:ext cx="10058400" cy="1107996"/>
          </a:xfrm>
          <a:prstGeom prst="rect">
            <a:avLst/>
          </a:prstGeom>
          <a:noFill/>
        </p:spPr>
        <p:txBody>
          <a:bodyPr wrap="square">
            <a:spAutoFit/>
          </a:bodyPr>
          <a:lstStyle/>
          <a:p>
            <a:pPr>
              <a:spcAft>
                <a:spcPts val="900"/>
              </a:spcAft>
              <a:defRPr sz="1700">
                <a:solidFill>
                  <a:srgbClr val="272F3A"/>
                </a:solidFill>
                <a:latin typeface="Aptos"/>
              </a:defRPr>
            </a:pPr>
            <a:r>
              <a:rPr dirty="0"/>
              <a:t>•  R² indicates that the fitted model accounts for about 91.8% of the variation in In</a:t>
            </a:r>
            <a:r>
              <a:rPr lang="en-GB" dirty="0" err="1"/>
              <a:t>terest</a:t>
            </a:r>
            <a:r>
              <a:rPr lang="en-GB" dirty="0"/>
              <a:t> rate</a:t>
            </a:r>
            <a:r>
              <a:rPr dirty="0"/>
              <a:t> in this sample.</a:t>
            </a:r>
          </a:p>
          <a:p>
            <a:pPr>
              <a:spcAft>
                <a:spcPts val="900"/>
              </a:spcAft>
              <a:defRPr sz="1700">
                <a:solidFill>
                  <a:srgbClr val="272F3A"/>
                </a:solidFill>
                <a:latin typeface="Aptos"/>
              </a:defRPr>
            </a:pPr>
            <a:r>
              <a:rPr dirty="0"/>
              <a:t>•  The overall F-test is highly significant (reported p-value rounds to 0.00).</a:t>
            </a:r>
          </a:p>
          <a:p>
            <a:pPr>
              <a:spcAft>
                <a:spcPts val="900"/>
              </a:spcAft>
              <a:defRPr sz="1700">
                <a:solidFill>
                  <a:srgbClr val="272F3A"/>
                </a:solidFill>
                <a:latin typeface="Aptos"/>
              </a:defRPr>
            </a:pPr>
            <a:r>
              <a:rPr dirty="0"/>
              <a:t>•  Use a held-out test set or cross-validation to assess performance on new applicants.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60A47-3124-37F9-7690-BDF61B34084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68043AE-942D-CCAC-EE6A-0FF6D0DACBE1}"/>
              </a:ext>
            </a:extLst>
          </p:cNvPr>
          <p:cNvSpPr/>
          <p:nvPr/>
        </p:nvSpPr>
        <p:spPr>
          <a:xfrm>
            <a:off x="305"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D5A0EB9-5CCD-E14A-0230-B65D033A8DB9}"/>
              </a:ext>
            </a:extLst>
          </p:cNvPr>
          <p:cNvSpPr txBox="1"/>
          <p:nvPr/>
        </p:nvSpPr>
        <p:spPr>
          <a:xfrm>
            <a:off x="594360" y="347472"/>
            <a:ext cx="10972800" cy="502920"/>
          </a:xfrm>
          <a:prstGeom prst="rect">
            <a:avLst/>
          </a:prstGeom>
          <a:noFill/>
        </p:spPr>
        <p:txBody>
          <a:bodyPr wrap="square">
            <a:spAutoFit/>
          </a:bodyPr>
          <a:lstStyle/>
          <a:p>
            <a:pPr>
              <a:spcAft>
                <a:spcPts val="500"/>
              </a:spcAft>
              <a:defRPr sz="2700" b="1">
                <a:solidFill>
                  <a:srgbClr val="182744"/>
                </a:solidFill>
                <a:latin typeface="Aptos"/>
              </a:defRPr>
            </a:pPr>
            <a:r>
              <a:rPr dirty="0"/>
              <a:t>2. Overall model fit</a:t>
            </a:r>
            <a:r>
              <a:rPr lang="en-GB" dirty="0"/>
              <a:t> of our  test data</a:t>
            </a:r>
            <a:endParaRPr dirty="0"/>
          </a:p>
        </p:txBody>
      </p:sp>
      <p:sp>
        <p:nvSpPr>
          <p:cNvPr id="4" name="TextBox 3">
            <a:extLst>
              <a:ext uri="{FF2B5EF4-FFF2-40B4-BE49-F238E27FC236}">
                <a16:creationId xmlns:a16="http://schemas.microsoft.com/office/drawing/2014/main" id="{FA5805F1-3D43-85D1-BDC5-00817F3A70BE}"/>
              </a:ext>
            </a:extLst>
          </p:cNvPr>
          <p:cNvSpPr txBox="1"/>
          <p:nvPr/>
        </p:nvSpPr>
        <p:spPr>
          <a:xfrm>
            <a:off x="621792" y="896112"/>
            <a:ext cx="10972800" cy="320040"/>
          </a:xfrm>
          <a:prstGeom prst="rect">
            <a:avLst/>
          </a:prstGeom>
          <a:noFill/>
        </p:spPr>
        <p:txBody>
          <a:bodyPr wrap="square">
            <a:spAutoFit/>
          </a:bodyPr>
          <a:lstStyle/>
          <a:p>
            <a:pPr>
              <a:spcAft>
                <a:spcPts val="500"/>
              </a:spcAft>
              <a:defRPr sz="1100" b="0">
                <a:solidFill>
                  <a:srgbClr val="5F6C7A"/>
                </a:solidFill>
                <a:latin typeface="Aptos"/>
              </a:defRPr>
            </a:pPr>
            <a:r>
              <a:t>Strong in-sample fit — not proof of out-of-sample accuracy</a:t>
            </a:r>
          </a:p>
        </p:txBody>
      </p:sp>
      <p:sp>
        <p:nvSpPr>
          <p:cNvPr id="5" name="Rectangle 4">
            <a:extLst>
              <a:ext uri="{FF2B5EF4-FFF2-40B4-BE49-F238E27FC236}">
                <a16:creationId xmlns:a16="http://schemas.microsoft.com/office/drawing/2014/main" id="{D6324206-8ED8-393E-E7D5-7EF8A59585A2}"/>
              </a:ext>
            </a:extLst>
          </p:cNvPr>
          <p:cNvSpPr/>
          <p:nvPr/>
        </p:nvSpPr>
        <p:spPr>
          <a:xfrm>
            <a:off x="621792" y="1261872"/>
            <a:ext cx="1005840" cy="54864"/>
          </a:xfrm>
          <a:prstGeom prst="rect">
            <a:avLst/>
          </a:prstGeom>
          <a:solidFill>
            <a:srgbClr val="25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A446B2EC-1C50-E35B-C4BC-943DFD0ABCC2}"/>
              </a:ext>
            </a:extLst>
          </p:cNvPr>
          <p:cNvSpPr txBox="1"/>
          <p:nvPr/>
        </p:nvSpPr>
        <p:spPr>
          <a:xfrm>
            <a:off x="11292840" y="6473952"/>
            <a:ext cx="411480" cy="182880"/>
          </a:xfrm>
          <a:prstGeom prst="rect">
            <a:avLst/>
          </a:prstGeom>
          <a:noFill/>
        </p:spPr>
        <p:txBody>
          <a:bodyPr wrap="square">
            <a:spAutoFit/>
          </a:bodyPr>
          <a:lstStyle/>
          <a:p>
            <a:pPr algn="r">
              <a:spcAft>
                <a:spcPts val="500"/>
              </a:spcAft>
              <a:defRPr sz="900" b="0">
                <a:solidFill>
                  <a:srgbClr val="5F6C7A"/>
                </a:solidFill>
                <a:latin typeface="Aptos"/>
              </a:defRPr>
            </a:pPr>
            <a:r>
              <a:t>3</a:t>
            </a:r>
          </a:p>
        </p:txBody>
      </p:sp>
      <p:grpSp>
        <p:nvGrpSpPr>
          <p:cNvPr id="24" name="Group 23">
            <a:extLst>
              <a:ext uri="{FF2B5EF4-FFF2-40B4-BE49-F238E27FC236}">
                <a16:creationId xmlns:a16="http://schemas.microsoft.com/office/drawing/2014/main" id="{E1D416A6-A4D9-F52F-AA8F-A0D459D0184E}"/>
              </a:ext>
            </a:extLst>
          </p:cNvPr>
          <p:cNvGrpSpPr/>
          <p:nvPr/>
        </p:nvGrpSpPr>
        <p:grpSpPr>
          <a:xfrm>
            <a:off x="777240" y="1691640"/>
            <a:ext cx="10378440" cy="1508760"/>
            <a:chOff x="777240" y="1691640"/>
            <a:chExt cx="10378440" cy="1508760"/>
          </a:xfrm>
        </p:grpSpPr>
        <p:grpSp>
          <p:nvGrpSpPr>
            <p:cNvPr id="20" name="Group 19">
              <a:extLst>
                <a:ext uri="{FF2B5EF4-FFF2-40B4-BE49-F238E27FC236}">
                  <a16:creationId xmlns:a16="http://schemas.microsoft.com/office/drawing/2014/main" id="{BA7C615C-5584-F6A1-F330-5DB0D35C27F1}"/>
                </a:ext>
              </a:extLst>
            </p:cNvPr>
            <p:cNvGrpSpPr/>
            <p:nvPr/>
          </p:nvGrpSpPr>
          <p:grpSpPr>
            <a:xfrm>
              <a:off x="777240" y="1691640"/>
              <a:ext cx="2423160" cy="1508760"/>
              <a:chOff x="777240" y="1691640"/>
              <a:chExt cx="2423160" cy="1508760"/>
            </a:xfrm>
          </p:grpSpPr>
          <p:sp>
            <p:nvSpPr>
              <p:cNvPr id="7" name="Rounded Rectangle 6">
                <a:extLst>
                  <a:ext uri="{FF2B5EF4-FFF2-40B4-BE49-F238E27FC236}">
                    <a16:creationId xmlns:a16="http://schemas.microsoft.com/office/drawing/2014/main" id="{6511CAFB-CF50-4DCC-6A9E-69732E1EDB9E}"/>
                  </a:ext>
                </a:extLst>
              </p:cNvPr>
              <p:cNvSpPr/>
              <p:nvPr/>
            </p:nvSpPr>
            <p:spPr>
              <a:xfrm>
                <a:off x="777240" y="1691640"/>
                <a:ext cx="2423160" cy="1508760"/>
              </a:xfrm>
              <a:prstGeom prst="roundRect">
                <a:avLst/>
              </a:prstGeom>
              <a:solidFill>
                <a:srgbClr val="EFF4F9"/>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30A40FBE-3E79-C787-8D29-785AC1E1A09D}"/>
                  </a:ext>
                </a:extLst>
              </p:cNvPr>
              <p:cNvSpPr txBox="1"/>
              <p:nvPr/>
            </p:nvSpPr>
            <p:spPr>
              <a:xfrm>
                <a:off x="941832" y="1856232"/>
                <a:ext cx="2093976" cy="502920"/>
              </a:xfrm>
              <a:prstGeom prst="rect">
                <a:avLst/>
              </a:prstGeom>
              <a:noFill/>
            </p:spPr>
            <p:txBody>
              <a:bodyPr wrap="square">
                <a:spAutoFit/>
              </a:bodyPr>
              <a:lstStyle/>
              <a:p>
                <a:pPr algn="ctr">
                  <a:spcAft>
                    <a:spcPts val="500"/>
                  </a:spcAft>
                  <a:defRPr sz="2700" b="1">
                    <a:solidFill>
                      <a:srgbClr val="25827D"/>
                    </a:solidFill>
                    <a:latin typeface="Aptos"/>
                  </a:defRPr>
                </a:pPr>
                <a:r>
                  <a:rPr dirty="0"/>
                  <a:t>91.</a:t>
                </a:r>
                <a:r>
                  <a:rPr lang="en-GB" dirty="0"/>
                  <a:t>7</a:t>
                </a:r>
                <a:r>
                  <a:rPr dirty="0"/>
                  <a:t>%</a:t>
                </a:r>
              </a:p>
            </p:txBody>
          </p:sp>
          <p:sp>
            <p:nvSpPr>
              <p:cNvPr id="9" name="TextBox 8">
                <a:extLst>
                  <a:ext uri="{FF2B5EF4-FFF2-40B4-BE49-F238E27FC236}">
                    <a16:creationId xmlns:a16="http://schemas.microsoft.com/office/drawing/2014/main" id="{D6FAAC77-EFAA-E21C-54E4-29AA7C7412D7}"/>
                  </a:ext>
                </a:extLst>
              </p:cNvPr>
              <p:cNvSpPr txBox="1"/>
              <p:nvPr/>
            </p:nvSpPr>
            <p:spPr>
              <a:xfrm>
                <a:off x="914400" y="2441448"/>
                <a:ext cx="2148840" cy="685799"/>
              </a:xfrm>
              <a:prstGeom prst="rect">
                <a:avLst/>
              </a:prstGeom>
              <a:noFill/>
            </p:spPr>
            <p:txBody>
              <a:bodyPr wrap="square">
                <a:spAutoFit/>
              </a:bodyPr>
              <a:lstStyle/>
              <a:p>
                <a:pPr algn="ctr">
                  <a:spcAft>
                    <a:spcPts val="500"/>
                  </a:spcAft>
                  <a:defRPr sz="1200" b="0">
                    <a:solidFill>
                      <a:srgbClr val="272F3A"/>
                    </a:solidFill>
                    <a:latin typeface="Aptos"/>
                  </a:defRPr>
                </a:pPr>
                <a:r>
                  <a:rPr dirty="0"/>
                  <a:t>R-squared</a:t>
                </a:r>
              </a:p>
            </p:txBody>
          </p:sp>
        </p:grpSp>
        <p:grpSp>
          <p:nvGrpSpPr>
            <p:cNvPr id="21" name="Group 20">
              <a:extLst>
                <a:ext uri="{FF2B5EF4-FFF2-40B4-BE49-F238E27FC236}">
                  <a16:creationId xmlns:a16="http://schemas.microsoft.com/office/drawing/2014/main" id="{F9AE0BCB-6AC7-1927-4BF5-DFDC44099D0F}"/>
                </a:ext>
              </a:extLst>
            </p:cNvPr>
            <p:cNvGrpSpPr/>
            <p:nvPr/>
          </p:nvGrpSpPr>
          <p:grpSpPr>
            <a:xfrm>
              <a:off x="3429000" y="1691640"/>
              <a:ext cx="2423160" cy="1508760"/>
              <a:chOff x="3429000" y="1691640"/>
              <a:chExt cx="2423160" cy="1508760"/>
            </a:xfrm>
          </p:grpSpPr>
          <p:sp>
            <p:nvSpPr>
              <p:cNvPr id="10" name="Rounded Rectangle 9">
                <a:extLst>
                  <a:ext uri="{FF2B5EF4-FFF2-40B4-BE49-F238E27FC236}">
                    <a16:creationId xmlns:a16="http://schemas.microsoft.com/office/drawing/2014/main" id="{1407B795-FAAA-12B1-0A52-EEECC4CAA45D}"/>
                  </a:ext>
                </a:extLst>
              </p:cNvPr>
              <p:cNvSpPr/>
              <p:nvPr/>
            </p:nvSpPr>
            <p:spPr>
              <a:xfrm>
                <a:off x="3429000" y="1691640"/>
                <a:ext cx="2423160" cy="1508760"/>
              </a:xfrm>
              <a:prstGeom prst="roundRect">
                <a:avLst/>
              </a:prstGeom>
              <a:solidFill>
                <a:srgbClr val="EFF4F9"/>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E8EFAF03-46CC-8039-5C66-1D8C94BDF85E}"/>
                  </a:ext>
                </a:extLst>
              </p:cNvPr>
              <p:cNvSpPr txBox="1"/>
              <p:nvPr/>
            </p:nvSpPr>
            <p:spPr>
              <a:xfrm>
                <a:off x="3593592" y="1856232"/>
                <a:ext cx="2093976" cy="502920"/>
              </a:xfrm>
              <a:prstGeom prst="rect">
                <a:avLst/>
              </a:prstGeom>
              <a:noFill/>
            </p:spPr>
            <p:txBody>
              <a:bodyPr wrap="square">
                <a:spAutoFit/>
              </a:bodyPr>
              <a:lstStyle/>
              <a:p>
                <a:pPr algn="ctr">
                  <a:spcAft>
                    <a:spcPts val="500"/>
                  </a:spcAft>
                  <a:defRPr sz="2700" b="1">
                    <a:solidFill>
                      <a:srgbClr val="2C5E91"/>
                    </a:solidFill>
                    <a:latin typeface="Aptos"/>
                  </a:defRPr>
                </a:pPr>
                <a:r>
                  <a:rPr dirty="0"/>
                  <a:t>91.</a:t>
                </a:r>
                <a:r>
                  <a:rPr lang="en-GB" dirty="0"/>
                  <a:t>7</a:t>
                </a:r>
                <a:r>
                  <a:rPr dirty="0"/>
                  <a:t>%</a:t>
                </a:r>
              </a:p>
            </p:txBody>
          </p:sp>
          <p:sp>
            <p:nvSpPr>
              <p:cNvPr id="12" name="TextBox 11">
                <a:extLst>
                  <a:ext uri="{FF2B5EF4-FFF2-40B4-BE49-F238E27FC236}">
                    <a16:creationId xmlns:a16="http://schemas.microsoft.com/office/drawing/2014/main" id="{20E91277-79D4-5A73-8507-6AB9518C485E}"/>
                  </a:ext>
                </a:extLst>
              </p:cNvPr>
              <p:cNvSpPr txBox="1"/>
              <p:nvPr/>
            </p:nvSpPr>
            <p:spPr>
              <a:xfrm>
                <a:off x="3566160" y="2441448"/>
                <a:ext cx="2148840" cy="685799"/>
              </a:xfrm>
              <a:prstGeom prst="rect">
                <a:avLst/>
              </a:prstGeom>
              <a:noFill/>
            </p:spPr>
            <p:txBody>
              <a:bodyPr wrap="square">
                <a:spAutoFit/>
              </a:bodyPr>
              <a:lstStyle/>
              <a:p>
                <a:pPr algn="ctr">
                  <a:spcAft>
                    <a:spcPts val="500"/>
                  </a:spcAft>
                  <a:defRPr sz="1200" b="0">
                    <a:solidFill>
                      <a:srgbClr val="272F3A"/>
                    </a:solidFill>
                    <a:latin typeface="Aptos"/>
                  </a:defRPr>
                </a:pPr>
                <a:r>
                  <a:t>Adjusted R-squared</a:t>
                </a:r>
              </a:p>
            </p:txBody>
          </p:sp>
        </p:grpSp>
        <p:grpSp>
          <p:nvGrpSpPr>
            <p:cNvPr id="22" name="Group 21">
              <a:extLst>
                <a:ext uri="{FF2B5EF4-FFF2-40B4-BE49-F238E27FC236}">
                  <a16:creationId xmlns:a16="http://schemas.microsoft.com/office/drawing/2014/main" id="{C11DEB6E-4F22-2D22-5815-43FEF081B4D2}"/>
                </a:ext>
              </a:extLst>
            </p:cNvPr>
            <p:cNvGrpSpPr/>
            <p:nvPr/>
          </p:nvGrpSpPr>
          <p:grpSpPr>
            <a:xfrm>
              <a:off x="6080760" y="1691640"/>
              <a:ext cx="2423160" cy="1508760"/>
              <a:chOff x="6080760" y="1691640"/>
              <a:chExt cx="2423160" cy="1508760"/>
            </a:xfrm>
          </p:grpSpPr>
          <p:sp>
            <p:nvSpPr>
              <p:cNvPr id="13" name="Rounded Rectangle 12">
                <a:extLst>
                  <a:ext uri="{FF2B5EF4-FFF2-40B4-BE49-F238E27FC236}">
                    <a16:creationId xmlns:a16="http://schemas.microsoft.com/office/drawing/2014/main" id="{349A34BE-57E7-7B1B-65DD-604981DD7DFA}"/>
                  </a:ext>
                </a:extLst>
              </p:cNvPr>
              <p:cNvSpPr/>
              <p:nvPr/>
            </p:nvSpPr>
            <p:spPr>
              <a:xfrm>
                <a:off x="6080760" y="1691640"/>
                <a:ext cx="2423160" cy="1508760"/>
              </a:xfrm>
              <a:prstGeom prst="roundRect">
                <a:avLst/>
              </a:prstGeom>
              <a:solidFill>
                <a:srgbClr val="EFF4F9"/>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1BC5E875-87EB-E48D-A68B-CD0078A71CED}"/>
                  </a:ext>
                </a:extLst>
              </p:cNvPr>
              <p:cNvSpPr txBox="1"/>
              <p:nvPr/>
            </p:nvSpPr>
            <p:spPr>
              <a:xfrm>
                <a:off x="6245352" y="1856232"/>
                <a:ext cx="2093976" cy="502920"/>
              </a:xfrm>
              <a:prstGeom prst="rect">
                <a:avLst/>
              </a:prstGeom>
              <a:noFill/>
            </p:spPr>
            <p:txBody>
              <a:bodyPr wrap="square">
                <a:spAutoFit/>
              </a:bodyPr>
              <a:lstStyle/>
              <a:p>
                <a:pPr algn="ctr">
                  <a:spcAft>
                    <a:spcPts val="500"/>
                  </a:spcAft>
                  <a:defRPr sz="2700" b="1">
                    <a:solidFill>
                      <a:srgbClr val="DAA039"/>
                    </a:solidFill>
                    <a:latin typeface="Aptos"/>
                  </a:defRPr>
                </a:pPr>
                <a:r>
                  <a:rPr lang="en-GB" dirty="0"/>
                  <a:t>2</a:t>
                </a:r>
                <a:r>
                  <a:rPr dirty="0"/>
                  <a:t>,00</a:t>
                </a:r>
                <a:r>
                  <a:rPr lang="en-GB" dirty="0"/>
                  <a:t>1</a:t>
                </a:r>
                <a:endParaRPr dirty="0"/>
              </a:p>
            </p:txBody>
          </p:sp>
          <p:sp>
            <p:nvSpPr>
              <p:cNvPr id="15" name="TextBox 14">
                <a:extLst>
                  <a:ext uri="{FF2B5EF4-FFF2-40B4-BE49-F238E27FC236}">
                    <a16:creationId xmlns:a16="http://schemas.microsoft.com/office/drawing/2014/main" id="{44923690-5FF6-F930-9890-91DAD4060B73}"/>
                  </a:ext>
                </a:extLst>
              </p:cNvPr>
              <p:cNvSpPr txBox="1"/>
              <p:nvPr/>
            </p:nvSpPr>
            <p:spPr>
              <a:xfrm>
                <a:off x="6217920" y="2441448"/>
                <a:ext cx="2148840" cy="685799"/>
              </a:xfrm>
              <a:prstGeom prst="rect">
                <a:avLst/>
              </a:prstGeom>
              <a:noFill/>
            </p:spPr>
            <p:txBody>
              <a:bodyPr wrap="square">
                <a:spAutoFit/>
              </a:bodyPr>
              <a:lstStyle/>
              <a:p>
                <a:pPr algn="ctr">
                  <a:spcAft>
                    <a:spcPts val="500"/>
                  </a:spcAft>
                  <a:defRPr sz="1200" b="0">
                    <a:solidFill>
                      <a:srgbClr val="272F3A"/>
                    </a:solidFill>
                    <a:latin typeface="Aptos"/>
                  </a:defRPr>
                </a:pPr>
                <a:r>
                  <a:t>Observations</a:t>
                </a:r>
              </a:p>
            </p:txBody>
          </p:sp>
        </p:grpSp>
        <p:grpSp>
          <p:nvGrpSpPr>
            <p:cNvPr id="23" name="Group 22">
              <a:extLst>
                <a:ext uri="{FF2B5EF4-FFF2-40B4-BE49-F238E27FC236}">
                  <a16:creationId xmlns:a16="http://schemas.microsoft.com/office/drawing/2014/main" id="{372D39B4-EE8F-6918-2DD5-B49332998224}"/>
                </a:ext>
              </a:extLst>
            </p:cNvPr>
            <p:cNvGrpSpPr/>
            <p:nvPr/>
          </p:nvGrpSpPr>
          <p:grpSpPr>
            <a:xfrm>
              <a:off x="8732520" y="1691640"/>
              <a:ext cx="2423160" cy="1508760"/>
              <a:chOff x="8732520" y="1691640"/>
              <a:chExt cx="2423160" cy="1508760"/>
            </a:xfrm>
          </p:grpSpPr>
          <p:sp>
            <p:nvSpPr>
              <p:cNvPr id="16" name="Rounded Rectangle 15">
                <a:extLst>
                  <a:ext uri="{FF2B5EF4-FFF2-40B4-BE49-F238E27FC236}">
                    <a16:creationId xmlns:a16="http://schemas.microsoft.com/office/drawing/2014/main" id="{D0468D7D-0D79-470E-ECCA-CBB153BA2826}"/>
                  </a:ext>
                </a:extLst>
              </p:cNvPr>
              <p:cNvSpPr/>
              <p:nvPr/>
            </p:nvSpPr>
            <p:spPr>
              <a:xfrm>
                <a:off x="8732520" y="1691640"/>
                <a:ext cx="2423160" cy="1508760"/>
              </a:xfrm>
              <a:prstGeom prst="roundRect">
                <a:avLst/>
              </a:prstGeom>
              <a:solidFill>
                <a:srgbClr val="EFF4F9"/>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5813A7D4-31CE-E51A-398D-7E86050B9F80}"/>
                  </a:ext>
                </a:extLst>
              </p:cNvPr>
              <p:cNvSpPr txBox="1"/>
              <p:nvPr/>
            </p:nvSpPr>
            <p:spPr>
              <a:xfrm>
                <a:off x="8897112" y="1856232"/>
                <a:ext cx="2093976" cy="502920"/>
              </a:xfrm>
              <a:prstGeom prst="rect">
                <a:avLst/>
              </a:prstGeom>
              <a:noFill/>
            </p:spPr>
            <p:txBody>
              <a:bodyPr wrap="square">
                <a:spAutoFit/>
              </a:bodyPr>
              <a:lstStyle/>
              <a:p>
                <a:pPr algn="ctr">
                  <a:spcAft>
                    <a:spcPts val="500"/>
                  </a:spcAft>
                  <a:defRPr sz="2700" b="1">
                    <a:solidFill>
                      <a:srgbClr val="25827D"/>
                    </a:solidFill>
                    <a:latin typeface="Aptos"/>
                  </a:defRPr>
                </a:pPr>
                <a:r>
                  <a:rPr lang="en-ZA" dirty="0"/>
                  <a:t>2004</a:t>
                </a:r>
                <a:endParaRPr dirty="0"/>
              </a:p>
            </p:txBody>
          </p:sp>
          <p:sp>
            <p:nvSpPr>
              <p:cNvPr id="18" name="TextBox 17">
                <a:extLst>
                  <a:ext uri="{FF2B5EF4-FFF2-40B4-BE49-F238E27FC236}">
                    <a16:creationId xmlns:a16="http://schemas.microsoft.com/office/drawing/2014/main" id="{41CD2985-A0BC-DCAD-91AE-32A805141E7F}"/>
                  </a:ext>
                </a:extLst>
              </p:cNvPr>
              <p:cNvSpPr txBox="1"/>
              <p:nvPr/>
            </p:nvSpPr>
            <p:spPr>
              <a:xfrm>
                <a:off x="8897112" y="2441448"/>
                <a:ext cx="2148840" cy="685799"/>
              </a:xfrm>
              <a:prstGeom prst="rect">
                <a:avLst/>
              </a:prstGeom>
              <a:noFill/>
            </p:spPr>
            <p:txBody>
              <a:bodyPr wrap="square">
                <a:spAutoFit/>
              </a:bodyPr>
              <a:lstStyle/>
              <a:p>
                <a:pPr algn="ctr">
                  <a:spcAft>
                    <a:spcPts val="500"/>
                  </a:spcAft>
                  <a:defRPr sz="1200" b="0">
                    <a:solidFill>
                      <a:srgbClr val="272F3A"/>
                    </a:solidFill>
                    <a:latin typeface="Aptos"/>
                  </a:defRPr>
                </a:pPr>
                <a:r>
                  <a:t>F-statistic</a:t>
                </a:r>
              </a:p>
            </p:txBody>
          </p:sp>
        </p:grpSp>
      </p:grpSp>
      <p:sp>
        <p:nvSpPr>
          <p:cNvPr id="19" name="TextBox 18">
            <a:extLst>
              <a:ext uri="{FF2B5EF4-FFF2-40B4-BE49-F238E27FC236}">
                <a16:creationId xmlns:a16="http://schemas.microsoft.com/office/drawing/2014/main" id="{42257EBA-1FE1-4AAB-1AE1-59E766D70B5D}"/>
              </a:ext>
            </a:extLst>
          </p:cNvPr>
          <p:cNvSpPr txBox="1"/>
          <p:nvPr/>
        </p:nvSpPr>
        <p:spPr>
          <a:xfrm>
            <a:off x="914400" y="3794760"/>
            <a:ext cx="10058400" cy="1107996"/>
          </a:xfrm>
          <a:prstGeom prst="rect">
            <a:avLst/>
          </a:prstGeom>
          <a:noFill/>
        </p:spPr>
        <p:txBody>
          <a:bodyPr wrap="square">
            <a:spAutoFit/>
          </a:bodyPr>
          <a:lstStyle/>
          <a:p>
            <a:pPr>
              <a:spcAft>
                <a:spcPts val="900"/>
              </a:spcAft>
              <a:defRPr sz="1700">
                <a:solidFill>
                  <a:srgbClr val="272F3A"/>
                </a:solidFill>
                <a:latin typeface="Aptos"/>
              </a:defRPr>
            </a:pPr>
            <a:r>
              <a:rPr dirty="0"/>
              <a:t>•  R² indicates that the fitted model accounts for about 91.8% of the variation in </a:t>
            </a:r>
            <a:r>
              <a:rPr lang="en-GB" dirty="0"/>
              <a:t>interest rate</a:t>
            </a:r>
            <a:r>
              <a:rPr dirty="0"/>
              <a:t> in this sample.</a:t>
            </a:r>
          </a:p>
          <a:p>
            <a:pPr>
              <a:spcAft>
                <a:spcPts val="900"/>
              </a:spcAft>
              <a:defRPr sz="1700">
                <a:solidFill>
                  <a:srgbClr val="272F3A"/>
                </a:solidFill>
                <a:latin typeface="Aptos"/>
              </a:defRPr>
            </a:pPr>
            <a:r>
              <a:rPr dirty="0"/>
              <a:t>•  The overall F-test is highly significant (reported p-value rounds to 0.00).</a:t>
            </a:r>
          </a:p>
          <a:p>
            <a:pPr>
              <a:spcAft>
                <a:spcPts val="900"/>
              </a:spcAft>
              <a:defRPr sz="1700">
                <a:solidFill>
                  <a:srgbClr val="272F3A"/>
                </a:solidFill>
                <a:latin typeface="Aptos"/>
              </a:defRPr>
            </a:pPr>
            <a:r>
              <a:rPr dirty="0"/>
              <a:t>•  Use a held-out test set or cross-validation to assess performance on new applicants.</a:t>
            </a:r>
          </a:p>
        </p:txBody>
      </p:sp>
    </p:spTree>
    <p:extLst>
      <p:ext uri="{BB962C8B-B14F-4D97-AF65-F5344CB8AC3E}">
        <p14:creationId xmlns:p14="http://schemas.microsoft.com/office/powerpoint/2010/main" val="13467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27432"/>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25780" y="347472"/>
            <a:ext cx="10972800" cy="502920"/>
          </a:xfrm>
          <a:prstGeom prst="rect">
            <a:avLst/>
          </a:prstGeom>
          <a:noFill/>
        </p:spPr>
        <p:txBody>
          <a:bodyPr wrap="square">
            <a:spAutoFit/>
          </a:bodyPr>
          <a:lstStyle/>
          <a:p>
            <a:pPr>
              <a:spcAft>
                <a:spcPts val="500"/>
              </a:spcAft>
              <a:defRPr sz="2700" b="1">
                <a:solidFill>
                  <a:srgbClr val="182744"/>
                </a:solidFill>
                <a:latin typeface="Aptos"/>
              </a:defRPr>
            </a:pPr>
            <a:r>
              <a:rPr dirty="0"/>
              <a:t>4. Prediction performance &amp; diagnostics</a:t>
            </a:r>
            <a:r>
              <a:rPr lang="en-GB" dirty="0"/>
              <a:t> form our training data</a:t>
            </a:r>
            <a:endParaRPr dirty="0"/>
          </a:p>
        </p:txBody>
      </p:sp>
      <p:sp>
        <p:nvSpPr>
          <p:cNvPr id="4" name="TextBox 3"/>
          <p:cNvSpPr txBox="1"/>
          <p:nvPr/>
        </p:nvSpPr>
        <p:spPr>
          <a:xfrm>
            <a:off x="621792" y="896112"/>
            <a:ext cx="10972800" cy="320040"/>
          </a:xfrm>
          <a:prstGeom prst="rect">
            <a:avLst/>
          </a:prstGeom>
          <a:noFill/>
        </p:spPr>
        <p:txBody>
          <a:bodyPr wrap="square">
            <a:spAutoFit/>
          </a:bodyPr>
          <a:lstStyle/>
          <a:p>
            <a:pPr>
              <a:spcAft>
                <a:spcPts val="500"/>
              </a:spcAft>
              <a:defRPr sz="1100" b="0">
                <a:solidFill>
                  <a:srgbClr val="5F6C7A"/>
                </a:solidFill>
                <a:latin typeface="Aptos"/>
              </a:defRPr>
            </a:pPr>
            <a:r>
              <a:t>Separate prediction error from model-assumption checks</a:t>
            </a:r>
          </a:p>
        </p:txBody>
      </p:sp>
      <p:sp>
        <p:nvSpPr>
          <p:cNvPr id="5" name="Rectangle 4"/>
          <p:cNvSpPr/>
          <p:nvPr/>
        </p:nvSpPr>
        <p:spPr>
          <a:xfrm>
            <a:off x="621792" y="1261872"/>
            <a:ext cx="1005840" cy="54864"/>
          </a:xfrm>
          <a:prstGeom prst="rect">
            <a:avLst/>
          </a:prstGeom>
          <a:solidFill>
            <a:srgbClr val="25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92840" y="6473952"/>
            <a:ext cx="411480" cy="182880"/>
          </a:xfrm>
          <a:prstGeom prst="rect">
            <a:avLst/>
          </a:prstGeom>
          <a:noFill/>
        </p:spPr>
        <p:txBody>
          <a:bodyPr wrap="square">
            <a:spAutoFit/>
          </a:bodyPr>
          <a:lstStyle/>
          <a:p>
            <a:pPr algn="r">
              <a:spcAft>
                <a:spcPts val="500"/>
              </a:spcAft>
              <a:defRPr sz="900" b="0">
                <a:solidFill>
                  <a:srgbClr val="5F6C7A"/>
                </a:solidFill>
                <a:latin typeface="Aptos"/>
              </a:defRPr>
            </a:pPr>
            <a:r>
              <a:t>5</a:t>
            </a:r>
          </a:p>
        </p:txBody>
      </p:sp>
      <p:sp>
        <p:nvSpPr>
          <p:cNvPr id="7" name="TextBox 6"/>
          <p:cNvSpPr txBox="1"/>
          <p:nvPr/>
        </p:nvSpPr>
        <p:spPr>
          <a:xfrm>
            <a:off x="777240" y="1600200"/>
            <a:ext cx="4937760" cy="411480"/>
          </a:xfrm>
          <a:prstGeom prst="rect">
            <a:avLst/>
          </a:prstGeom>
          <a:noFill/>
        </p:spPr>
        <p:txBody>
          <a:bodyPr wrap="square">
            <a:spAutoFit/>
          </a:bodyPr>
          <a:lstStyle/>
          <a:p>
            <a:pPr>
              <a:spcAft>
                <a:spcPts val="500"/>
              </a:spcAft>
              <a:defRPr sz="1200" b="1">
                <a:solidFill>
                  <a:srgbClr val="25827D"/>
                </a:solidFill>
                <a:latin typeface="Aptos"/>
              </a:defRPr>
            </a:pPr>
            <a:r>
              <a:t>REPORTED ERROR SUMMARY</a:t>
            </a:r>
          </a:p>
        </p:txBody>
      </p:sp>
      <p:grpSp>
        <p:nvGrpSpPr>
          <p:cNvPr id="20" name="Group 19">
            <a:extLst>
              <a:ext uri="{FF2B5EF4-FFF2-40B4-BE49-F238E27FC236}">
                <a16:creationId xmlns:a16="http://schemas.microsoft.com/office/drawing/2014/main" id="{2F80735A-F5F0-52C6-47C8-8D31B3978356}"/>
              </a:ext>
            </a:extLst>
          </p:cNvPr>
          <p:cNvGrpSpPr/>
          <p:nvPr/>
        </p:nvGrpSpPr>
        <p:grpSpPr>
          <a:xfrm>
            <a:off x="777240" y="2057400"/>
            <a:ext cx="4617720" cy="1417320"/>
            <a:chOff x="777240" y="2057400"/>
            <a:chExt cx="4617720" cy="1417320"/>
          </a:xfrm>
        </p:grpSpPr>
        <p:grpSp>
          <p:nvGrpSpPr>
            <p:cNvPr id="18" name="Group 17">
              <a:extLst>
                <a:ext uri="{FF2B5EF4-FFF2-40B4-BE49-F238E27FC236}">
                  <a16:creationId xmlns:a16="http://schemas.microsoft.com/office/drawing/2014/main" id="{BF7AEC6D-5B17-C166-E1CA-4DAAC41650A4}"/>
                </a:ext>
              </a:extLst>
            </p:cNvPr>
            <p:cNvGrpSpPr/>
            <p:nvPr/>
          </p:nvGrpSpPr>
          <p:grpSpPr>
            <a:xfrm>
              <a:off x="777240" y="2057400"/>
              <a:ext cx="2194560" cy="1417320"/>
              <a:chOff x="777240" y="2057400"/>
              <a:chExt cx="2194560" cy="1417320"/>
            </a:xfrm>
          </p:grpSpPr>
          <p:sp>
            <p:nvSpPr>
              <p:cNvPr id="8" name="Rounded Rectangle 7"/>
              <p:cNvSpPr/>
              <p:nvPr/>
            </p:nvSpPr>
            <p:spPr>
              <a:xfrm>
                <a:off x="777240" y="2057400"/>
                <a:ext cx="2194560" cy="1417320"/>
              </a:xfrm>
              <a:prstGeom prst="roundRect">
                <a:avLst/>
              </a:prstGeom>
              <a:solidFill>
                <a:srgbClr val="EFF4F9"/>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41832" y="2221992"/>
                <a:ext cx="1865376" cy="502920"/>
              </a:xfrm>
              <a:prstGeom prst="rect">
                <a:avLst/>
              </a:prstGeom>
              <a:noFill/>
            </p:spPr>
            <p:txBody>
              <a:bodyPr wrap="square">
                <a:spAutoFit/>
              </a:bodyPr>
              <a:lstStyle/>
              <a:p>
                <a:pPr algn="ctr">
                  <a:spcAft>
                    <a:spcPts val="500"/>
                  </a:spcAft>
                  <a:defRPr sz="2700" b="1">
                    <a:solidFill>
                      <a:srgbClr val="2C5E91"/>
                    </a:solidFill>
                    <a:latin typeface="Aptos"/>
                  </a:defRPr>
                </a:pPr>
                <a:r>
                  <a:t>≈ 1.043</a:t>
                </a:r>
              </a:p>
            </p:txBody>
          </p:sp>
          <p:sp>
            <p:nvSpPr>
              <p:cNvPr id="10" name="TextBox 9"/>
              <p:cNvSpPr txBox="1"/>
              <p:nvPr/>
            </p:nvSpPr>
            <p:spPr>
              <a:xfrm>
                <a:off x="914400" y="2807208"/>
                <a:ext cx="1920240" cy="594360"/>
              </a:xfrm>
              <a:prstGeom prst="rect">
                <a:avLst/>
              </a:prstGeom>
              <a:noFill/>
            </p:spPr>
            <p:txBody>
              <a:bodyPr wrap="square">
                <a:spAutoFit/>
              </a:bodyPr>
              <a:lstStyle/>
              <a:p>
                <a:pPr algn="ctr">
                  <a:spcAft>
                    <a:spcPts val="500"/>
                  </a:spcAft>
                  <a:defRPr sz="1200" b="0">
                    <a:solidFill>
                      <a:srgbClr val="272F3A"/>
                    </a:solidFill>
                    <a:latin typeface="Aptos"/>
                  </a:defRPr>
                </a:pPr>
                <a:r>
                  <a:t>Previously reported average error</a:t>
                </a:r>
              </a:p>
            </p:txBody>
          </p:sp>
        </p:grpSp>
        <p:grpSp>
          <p:nvGrpSpPr>
            <p:cNvPr id="19" name="Group 18">
              <a:extLst>
                <a:ext uri="{FF2B5EF4-FFF2-40B4-BE49-F238E27FC236}">
                  <a16:creationId xmlns:a16="http://schemas.microsoft.com/office/drawing/2014/main" id="{C929CABA-82CC-F860-4D86-0D8E56EA7D8E}"/>
                </a:ext>
              </a:extLst>
            </p:cNvPr>
            <p:cNvGrpSpPr/>
            <p:nvPr/>
          </p:nvGrpSpPr>
          <p:grpSpPr>
            <a:xfrm>
              <a:off x="3200400" y="2057400"/>
              <a:ext cx="2194560" cy="1417320"/>
              <a:chOff x="3200400" y="2057400"/>
              <a:chExt cx="2194560" cy="1417320"/>
            </a:xfrm>
          </p:grpSpPr>
          <p:sp>
            <p:nvSpPr>
              <p:cNvPr id="11" name="Rounded Rectangle 10"/>
              <p:cNvSpPr/>
              <p:nvPr/>
            </p:nvSpPr>
            <p:spPr>
              <a:xfrm>
                <a:off x="3200400" y="2057400"/>
                <a:ext cx="2194560" cy="1417320"/>
              </a:xfrm>
              <a:prstGeom prst="roundRect">
                <a:avLst/>
              </a:prstGeom>
              <a:solidFill>
                <a:srgbClr val="EFF4F9"/>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64992" y="2221992"/>
                <a:ext cx="1865376" cy="502920"/>
              </a:xfrm>
              <a:prstGeom prst="rect">
                <a:avLst/>
              </a:prstGeom>
              <a:noFill/>
            </p:spPr>
            <p:txBody>
              <a:bodyPr wrap="square">
                <a:spAutoFit/>
              </a:bodyPr>
              <a:lstStyle/>
              <a:p>
                <a:pPr algn="ctr">
                  <a:spcAft>
                    <a:spcPts val="500"/>
                  </a:spcAft>
                  <a:defRPr sz="2700" b="1">
                    <a:solidFill>
                      <a:srgbClr val="DAA039"/>
                    </a:solidFill>
                    <a:latin typeface="Aptos"/>
                  </a:defRPr>
                </a:pPr>
                <a:r>
                  <a:t>7.12</a:t>
                </a:r>
              </a:p>
            </p:txBody>
          </p:sp>
          <p:sp>
            <p:nvSpPr>
              <p:cNvPr id="13" name="TextBox 12"/>
              <p:cNvSpPr txBox="1"/>
              <p:nvPr/>
            </p:nvSpPr>
            <p:spPr>
              <a:xfrm>
                <a:off x="3337560" y="2807208"/>
                <a:ext cx="1920240" cy="594360"/>
              </a:xfrm>
              <a:prstGeom prst="rect">
                <a:avLst/>
              </a:prstGeom>
              <a:noFill/>
            </p:spPr>
            <p:txBody>
              <a:bodyPr wrap="square">
                <a:spAutoFit/>
              </a:bodyPr>
              <a:lstStyle/>
              <a:p>
                <a:pPr algn="ctr">
                  <a:spcAft>
                    <a:spcPts val="500"/>
                  </a:spcAft>
                  <a:defRPr sz="1200" b="0">
                    <a:solidFill>
                      <a:srgbClr val="272F3A"/>
                    </a:solidFill>
                    <a:latin typeface="Aptos"/>
                  </a:defRPr>
                </a:pPr>
                <a:r>
                  <a:t>Previously reported maximum error</a:t>
                </a:r>
              </a:p>
            </p:txBody>
          </p:sp>
        </p:grpSp>
      </p:grpSp>
      <p:sp>
        <p:nvSpPr>
          <p:cNvPr id="14" name="TextBox 13"/>
          <p:cNvSpPr txBox="1"/>
          <p:nvPr/>
        </p:nvSpPr>
        <p:spPr>
          <a:xfrm>
            <a:off x="672157" y="3879219"/>
            <a:ext cx="4754880" cy="1310615"/>
          </a:xfrm>
          <a:prstGeom prst="rect">
            <a:avLst/>
          </a:prstGeom>
          <a:noFill/>
        </p:spPr>
        <p:txBody>
          <a:bodyPr wrap="square">
            <a:spAutoFit/>
          </a:bodyPr>
          <a:lstStyle/>
          <a:p>
            <a:pPr>
              <a:spcAft>
                <a:spcPts val="500"/>
              </a:spcAft>
              <a:defRPr sz="1500" b="0">
                <a:solidFill>
                  <a:srgbClr val="272F3A"/>
                </a:solidFill>
                <a:latin typeface="Aptos"/>
              </a:defRPr>
            </a:pPr>
            <a:r>
              <a:rPr sz="2000" dirty="0"/>
              <a:t>5,004 of 8,004 observations were reported below an error of 1 (≈62.5%). Verify this uses absolute error.</a:t>
            </a:r>
            <a:endParaRPr lang="en-GB" sz="2000" dirty="0"/>
          </a:p>
          <a:p>
            <a:pPr>
              <a:spcAft>
                <a:spcPts val="500"/>
              </a:spcAft>
              <a:defRPr sz="1500" b="0">
                <a:solidFill>
                  <a:srgbClr val="272F3A"/>
                </a:solidFill>
                <a:latin typeface="Aptos"/>
              </a:defRPr>
            </a:pPr>
            <a:endParaRPr dirty="0"/>
          </a:p>
        </p:txBody>
      </p:sp>
      <p:sp>
        <p:nvSpPr>
          <p:cNvPr id="15" name="TextBox 14"/>
          <p:cNvSpPr txBox="1"/>
          <p:nvPr/>
        </p:nvSpPr>
        <p:spPr>
          <a:xfrm>
            <a:off x="6217920" y="1600200"/>
            <a:ext cx="5029200" cy="411480"/>
          </a:xfrm>
          <a:prstGeom prst="rect">
            <a:avLst/>
          </a:prstGeom>
          <a:noFill/>
        </p:spPr>
        <p:txBody>
          <a:bodyPr wrap="square">
            <a:spAutoFit/>
          </a:bodyPr>
          <a:lstStyle/>
          <a:p>
            <a:pPr>
              <a:spcAft>
                <a:spcPts val="500"/>
              </a:spcAft>
              <a:defRPr sz="1200" b="1">
                <a:solidFill>
                  <a:srgbClr val="25827D"/>
                </a:solidFill>
                <a:latin typeface="Aptos"/>
              </a:defRPr>
            </a:pPr>
            <a:r>
              <a:t>DIAGNOSTICS TO SHOW</a:t>
            </a:r>
          </a:p>
        </p:txBody>
      </p:sp>
      <p:sp>
        <p:nvSpPr>
          <p:cNvPr id="16" name="TextBox 15"/>
          <p:cNvSpPr txBox="1"/>
          <p:nvPr/>
        </p:nvSpPr>
        <p:spPr>
          <a:xfrm>
            <a:off x="6217920" y="2057400"/>
            <a:ext cx="5029200" cy="2286000"/>
          </a:xfrm>
          <a:prstGeom prst="rect">
            <a:avLst/>
          </a:prstGeom>
          <a:noFill/>
        </p:spPr>
        <p:txBody>
          <a:bodyPr wrap="square">
            <a:spAutoFit/>
          </a:bodyPr>
          <a:lstStyle/>
          <a:p>
            <a:pPr>
              <a:spcAft>
                <a:spcPts val="900"/>
              </a:spcAft>
              <a:defRPr sz="1600">
                <a:solidFill>
                  <a:srgbClr val="272F3A"/>
                </a:solidFill>
                <a:latin typeface="Aptos"/>
              </a:defRPr>
            </a:pPr>
            <a:r>
              <a:rPr dirty="0"/>
              <a:t>•  Residuals vs fitted: look for random scatter around zero.</a:t>
            </a:r>
          </a:p>
          <a:p>
            <a:pPr>
              <a:spcAft>
                <a:spcPts val="900"/>
              </a:spcAft>
              <a:defRPr sz="1600">
                <a:solidFill>
                  <a:srgbClr val="272F3A"/>
                </a:solidFill>
                <a:latin typeface="Aptos"/>
              </a:defRPr>
            </a:pPr>
            <a:r>
              <a:rPr dirty="0"/>
              <a:t>•  Normal Q–Q plot: assess residual-tail departures.</a:t>
            </a:r>
          </a:p>
          <a:p>
            <a:pPr>
              <a:spcAft>
                <a:spcPts val="900"/>
              </a:spcAft>
              <a:defRPr sz="1600">
                <a:solidFill>
                  <a:srgbClr val="272F3A"/>
                </a:solidFill>
                <a:latin typeface="Aptos"/>
              </a:defRPr>
            </a:pPr>
            <a:r>
              <a:rPr dirty="0"/>
              <a:t>•  Shapiro–Wilk: W = 0.9395, p ≈ 4.83 × 10⁻⁴⁹, if applied to residuals.</a:t>
            </a:r>
          </a:p>
        </p:txBody>
      </p:sp>
      <p:sp>
        <p:nvSpPr>
          <p:cNvPr id="17" name="TextBox 16"/>
          <p:cNvSpPr txBox="1"/>
          <p:nvPr/>
        </p:nvSpPr>
        <p:spPr>
          <a:xfrm>
            <a:off x="6217920" y="4457700"/>
            <a:ext cx="4892040" cy="594360"/>
          </a:xfrm>
          <a:prstGeom prst="rect">
            <a:avLst/>
          </a:prstGeom>
          <a:noFill/>
        </p:spPr>
        <p:txBody>
          <a:bodyPr wrap="square">
            <a:spAutoFit/>
          </a:bodyPr>
          <a:lstStyle/>
          <a:p>
            <a:pPr>
              <a:spcAft>
                <a:spcPts val="500"/>
              </a:spcAft>
              <a:defRPr sz="1300" b="0">
                <a:solidFill>
                  <a:srgbClr val="5F6C7A"/>
                </a:solidFill>
                <a:latin typeface="Aptos"/>
              </a:defRPr>
            </a:pPr>
            <a:r>
              <a:rPr dirty="0"/>
              <a:t>Large samples make normality tests sensitive; inspect plots and check unequal residual variance.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ED7E544-4994-8F11-7E99-4DF0200FF554}"/>
              </a:ext>
            </a:extLst>
          </p:cNvPr>
          <p:cNvPicPr>
            <a:picLocks noChangeAspect="1"/>
          </p:cNvPicPr>
          <p:nvPr/>
        </p:nvPicPr>
        <p:blipFill>
          <a:blip r:embed="rId2"/>
          <a:stretch>
            <a:fillRect/>
          </a:stretch>
        </p:blipFill>
        <p:spPr>
          <a:xfrm>
            <a:off x="1491226" y="713257"/>
            <a:ext cx="8044862" cy="5571065"/>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08EFD92-88AC-F2AF-18F4-E601CCA3C919}"/>
              </a:ext>
            </a:extLst>
          </p:cNvPr>
          <p:cNvSpPr txBox="1"/>
          <p:nvPr/>
        </p:nvSpPr>
        <p:spPr>
          <a:xfrm>
            <a:off x="116979" y="66095"/>
            <a:ext cx="10972800" cy="502920"/>
          </a:xfrm>
          <a:prstGeom prst="rect">
            <a:avLst/>
          </a:prstGeom>
          <a:noFill/>
        </p:spPr>
        <p:txBody>
          <a:bodyPr wrap="square">
            <a:spAutoFit/>
          </a:bodyPr>
          <a:lstStyle/>
          <a:p>
            <a:pPr>
              <a:spcAft>
                <a:spcPts val="500"/>
              </a:spcAft>
              <a:defRPr sz="2700" b="1">
                <a:solidFill>
                  <a:srgbClr val="182744"/>
                </a:solidFill>
                <a:latin typeface="Aptos"/>
              </a:defRPr>
            </a:pPr>
            <a:r>
              <a:rPr dirty="0"/>
              <a:t> </a:t>
            </a:r>
            <a:r>
              <a:rPr lang="en-GB" dirty="0"/>
              <a:t>Prediction vs sample to see if linear for training data</a:t>
            </a:r>
            <a:endParaRPr dirty="0"/>
          </a:p>
        </p:txBody>
      </p:sp>
    </p:spTree>
    <p:extLst>
      <p:ext uri="{BB962C8B-B14F-4D97-AF65-F5344CB8AC3E}">
        <p14:creationId xmlns:p14="http://schemas.microsoft.com/office/powerpoint/2010/main" val="3912702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86867-71D5-3C8B-260E-FCB66DC8CFF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B535683-AB78-0D37-054C-D76118EC9E57}"/>
              </a:ext>
            </a:extLst>
          </p:cNvPr>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6ABE402-820F-B475-A330-CEF2AED526D4}"/>
              </a:ext>
            </a:extLst>
          </p:cNvPr>
          <p:cNvSpPr txBox="1"/>
          <p:nvPr/>
        </p:nvSpPr>
        <p:spPr>
          <a:xfrm>
            <a:off x="594360" y="347472"/>
            <a:ext cx="10972800" cy="502920"/>
          </a:xfrm>
          <a:prstGeom prst="rect">
            <a:avLst/>
          </a:prstGeom>
          <a:noFill/>
        </p:spPr>
        <p:txBody>
          <a:bodyPr wrap="square">
            <a:spAutoFit/>
          </a:bodyPr>
          <a:lstStyle/>
          <a:p>
            <a:pPr>
              <a:spcAft>
                <a:spcPts val="500"/>
              </a:spcAft>
              <a:defRPr sz="2700" b="1">
                <a:solidFill>
                  <a:srgbClr val="182744"/>
                </a:solidFill>
                <a:latin typeface="Aptos"/>
              </a:defRPr>
            </a:pPr>
            <a:r>
              <a:rPr dirty="0"/>
              <a:t>4. Prediction performance &amp; diagnostics</a:t>
            </a:r>
            <a:r>
              <a:rPr lang="en-GB" dirty="0"/>
              <a:t> of our test data</a:t>
            </a:r>
            <a:endParaRPr dirty="0"/>
          </a:p>
        </p:txBody>
      </p:sp>
      <p:sp>
        <p:nvSpPr>
          <p:cNvPr id="4" name="TextBox 3">
            <a:extLst>
              <a:ext uri="{FF2B5EF4-FFF2-40B4-BE49-F238E27FC236}">
                <a16:creationId xmlns:a16="http://schemas.microsoft.com/office/drawing/2014/main" id="{73C2B68D-8BAF-F709-2C7D-BE8CBE0A98CF}"/>
              </a:ext>
            </a:extLst>
          </p:cNvPr>
          <p:cNvSpPr txBox="1"/>
          <p:nvPr/>
        </p:nvSpPr>
        <p:spPr>
          <a:xfrm>
            <a:off x="621792" y="896112"/>
            <a:ext cx="10972800" cy="320040"/>
          </a:xfrm>
          <a:prstGeom prst="rect">
            <a:avLst/>
          </a:prstGeom>
          <a:noFill/>
        </p:spPr>
        <p:txBody>
          <a:bodyPr wrap="square">
            <a:spAutoFit/>
          </a:bodyPr>
          <a:lstStyle/>
          <a:p>
            <a:pPr>
              <a:spcAft>
                <a:spcPts val="500"/>
              </a:spcAft>
              <a:defRPr sz="1100" b="0">
                <a:solidFill>
                  <a:srgbClr val="5F6C7A"/>
                </a:solidFill>
                <a:latin typeface="Aptos"/>
              </a:defRPr>
            </a:pPr>
            <a:r>
              <a:t>Separate prediction error from model-assumption checks</a:t>
            </a:r>
          </a:p>
        </p:txBody>
      </p:sp>
      <p:sp>
        <p:nvSpPr>
          <p:cNvPr id="5" name="Rectangle 4">
            <a:extLst>
              <a:ext uri="{FF2B5EF4-FFF2-40B4-BE49-F238E27FC236}">
                <a16:creationId xmlns:a16="http://schemas.microsoft.com/office/drawing/2014/main" id="{1D3D1CE3-C620-20E4-2389-BC70E3C6A641}"/>
              </a:ext>
            </a:extLst>
          </p:cNvPr>
          <p:cNvSpPr/>
          <p:nvPr/>
        </p:nvSpPr>
        <p:spPr>
          <a:xfrm>
            <a:off x="621792" y="1261872"/>
            <a:ext cx="1005840" cy="54864"/>
          </a:xfrm>
          <a:prstGeom prst="rect">
            <a:avLst/>
          </a:prstGeom>
          <a:solidFill>
            <a:srgbClr val="25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DED56465-6CA7-3FBF-7A24-2C2373DE7E03}"/>
              </a:ext>
            </a:extLst>
          </p:cNvPr>
          <p:cNvSpPr txBox="1"/>
          <p:nvPr/>
        </p:nvSpPr>
        <p:spPr>
          <a:xfrm>
            <a:off x="11292840" y="6473952"/>
            <a:ext cx="411480" cy="182880"/>
          </a:xfrm>
          <a:prstGeom prst="rect">
            <a:avLst/>
          </a:prstGeom>
          <a:noFill/>
        </p:spPr>
        <p:txBody>
          <a:bodyPr wrap="square">
            <a:spAutoFit/>
          </a:bodyPr>
          <a:lstStyle/>
          <a:p>
            <a:pPr algn="r">
              <a:spcAft>
                <a:spcPts val="500"/>
              </a:spcAft>
              <a:defRPr sz="900" b="0">
                <a:solidFill>
                  <a:srgbClr val="5F6C7A"/>
                </a:solidFill>
                <a:latin typeface="Aptos"/>
              </a:defRPr>
            </a:pPr>
            <a:r>
              <a:t>5</a:t>
            </a:r>
          </a:p>
        </p:txBody>
      </p:sp>
      <p:sp>
        <p:nvSpPr>
          <p:cNvPr id="7" name="TextBox 6">
            <a:extLst>
              <a:ext uri="{FF2B5EF4-FFF2-40B4-BE49-F238E27FC236}">
                <a16:creationId xmlns:a16="http://schemas.microsoft.com/office/drawing/2014/main" id="{9925E385-323A-8359-CFE4-B63FB24EC387}"/>
              </a:ext>
            </a:extLst>
          </p:cNvPr>
          <p:cNvSpPr txBox="1"/>
          <p:nvPr/>
        </p:nvSpPr>
        <p:spPr>
          <a:xfrm>
            <a:off x="777240" y="1600200"/>
            <a:ext cx="4937760" cy="411480"/>
          </a:xfrm>
          <a:prstGeom prst="rect">
            <a:avLst/>
          </a:prstGeom>
          <a:noFill/>
        </p:spPr>
        <p:txBody>
          <a:bodyPr wrap="square">
            <a:spAutoFit/>
          </a:bodyPr>
          <a:lstStyle/>
          <a:p>
            <a:pPr>
              <a:spcAft>
                <a:spcPts val="500"/>
              </a:spcAft>
              <a:defRPr sz="1200" b="1">
                <a:solidFill>
                  <a:srgbClr val="25827D"/>
                </a:solidFill>
                <a:latin typeface="Aptos"/>
              </a:defRPr>
            </a:pPr>
            <a:r>
              <a:t>REPORTED ERROR SUMMARY</a:t>
            </a:r>
          </a:p>
        </p:txBody>
      </p:sp>
      <p:grpSp>
        <p:nvGrpSpPr>
          <p:cNvPr id="20" name="Group 19">
            <a:extLst>
              <a:ext uri="{FF2B5EF4-FFF2-40B4-BE49-F238E27FC236}">
                <a16:creationId xmlns:a16="http://schemas.microsoft.com/office/drawing/2014/main" id="{D3F40E7E-FF2F-0D6F-AD03-EE93675436F6}"/>
              </a:ext>
            </a:extLst>
          </p:cNvPr>
          <p:cNvGrpSpPr/>
          <p:nvPr/>
        </p:nvGrpSpPr>
        <p:grpSpPr>
          <a:xfrm>
            <a:off x="777240" y="2057400"/>
            <a:ext cx="4617720" cy="1417320"/>
            <a:chOff x="777240" y="2057400"/>
            <a:chExt cx="4617720" cy="1417320"/>
          </a:xfrm>
        </p:grpSpPr>
        <p:grpSp>
          <p:nvGrpSpPr>
            <p:cNvPr id="18" name="Group 17">
              <a:extLst>
                <a:ext uri="{FF2B5EF4-FFF2-40B4-BE49-F238E27FC236}">
                  <a16:creationId xmlns:a16="http://schemas.microsoft.com/office/drawing/2014/main" id="{0CFEF77F-09E6-4228-666A-A31B1C1493A0}"/>
                </a:ext>
              </a:extLst>
            </p:cNvPr>
            <p:cNvGrpSpPr/>
            <p:nvPr/>
          </p:nvGrpSpPr>
          <p:grpSpPr>
            <a:xfrm>
              <a:off x="777240" y="2057400"/>
              <a:ext cx="2194560" cy="1417320"/>
              <a:chOff x="777240" y="2057400"/>
              <a:chExt cx="2194560" cy="1417320"/>
            </a:xfrm>
          </p:grpSpPr>
          <p:sp>
            <p:nvSpPr>
              <p:cNvPr id="8" name="Rounded Rectangle 7">
                <a:extLst>
                  <a:ext uri="{FF2B5EF4-FFF2-40B4-BE49-F238E27FC236}">
                    <a16:creationId xmlns:a16="http://schemas.microsoft.com/office/drawing/2014/main" id="{B64695B8-AC8A-D4E1-DADA-C011294F6C89}"/>
                  </a:ext>
                </a:extLst>
              </p:cNvPr>
              <p:cNvSpPr/>
              <p:nvPr/>
            </p:nvSpPr>
            <p:spPr>
              <a:xfrm>
                <a:off x="777240" y="2057400"/>
                <a:ext cx="2194560" cy="1417320"/>
              </a:xfrm>
              <a:prstGeom prst="roundRect">
                <a:avLst/>
              </a:prstGeom>
              <a:solidFill>
                <a:srgbClr val="EFF4F9"/>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2F49B000-E02C-67DF-9F7E-F24E9555CBA1}"/>
                  </a:ext>
                </a:extLst>
              </p:cNvPr>
              <p:cNvSpPr txBox="1"/>
              <p:nvPr/>
            </p:nvSpPr>
            <p:spPr>
              <a:xfrm>
                <a:off x="941832" y="2221992"/>
                <a:ext cx="1865376" cy="502920"/>
              </a:xfrm>
              <a:prstGeom prst="rect">
                <a:avLst/>
              </a:prstGeom>
              <a:noFill/>
            </p:spPr>
            <p:txBody>
              <a:bodyPr wrap="square">
                <a:spAutoFit/>
              </a:bodyPr>
              <a:lstStyle/>
              <a:p>
                <a:pPr algn="ctr">
                  <a:spcAft>
                    <a:spcPts val="500"/>
                  </a:spcAft>
                  <a:defRPr sz="2700" b="1">
                    <a:solidFill>
                      <a:srgbClr val="2C5E91"/>
                    </a:solidFill>
                    <a:latin typeface="Aptos"/>
                  </a:defRPr>
                </a:pPr>
                <a:r>
                  <a:rPr dirty="0"/>
                  <a:t>≈ </a:t>
                </a:r>
                <a:r>
                  <a:rPr lang="en-ZA" dirty="0"/>
                  <a:t>1.04</a:t>
                </a:r>
                <a:endParaRPr dirty="0"/>
              </a:p>
            </p:txBody>
          </p:sp>
          <p:sp>
            <p:nvSpPr>
              <p:cNvPr id="10" name="TextBox 9">
                <a:extLst>
                  <a:ext uri="{FF2B5EF4-FFF2-40B4-BE49-F238E27FC236}">
                    <a16:creationId xmlns:a16="http://schemas.microsoft.com/office/drawing/2014/main" id="{FC9C21BE-3252-5F52-F403-F37753DE8890}"/>
                  </a:ext>
                </a:extLst>
              </p:cNvPr>
              <p:cNvSpPr txBox="1"/>
              <p:nvPr/>
            </p:nvSpPr>
            <p:spPr>
              <a:xfrm>
                <a:off x="914400" y="2807208"/>
                <a:ext cx="1920240" cy="594360"/>
              </a:xfrm>
              <a:prstGeom prst="rect">
                <a:avLst/>
              </a:prstGeom>
              <a:noFill/>
            </p:spPr>
            <p:txBody>
              <a:bodyPr wrap="square">
                <a:spAutoFit/>
              </a:bodyPr>
              <a:lstStyle/>
              <a:p>
                <a:pPr algn="ctr">
                  <a:spcAft>
                    <a:spcPts val="500"/>
                  </a:spcAft>
                  <a:defRPr sz="1200" b="0">
                    <a:solidFill>
                      <a:srgbClr val="272F3A"/>
                    </a:solidFill>
                    <a:latin typeface="Aptos"/>
                  </a:defRPr>
                </a:pPr>
                <a:r>
                  <a:t>Previously reported average error</a:t>
                </a:r>
              </a:p>
            </p:txBody>
          </p:sp>
        </p:grpSp>
        <p:grpSp>
          <p:nvGrpSpPr>
            <p:cNvPr id="19" name="Group 18">
              <a:extLst>
                <a:ext uri="{FF2B5EF4-FFF2-40B4-BE49-F238E27FC236}">
                  <a16:creationId xmlns:a16="http://schemas.microsoft.com/office/drawing/2014/main" id="{0AED2DB9-0CAE-D95D-702C-A87973A1AD72}"/>
                </a:ext>
              </a:extLst>
            </p:cNvPr>
            <p:cNvGrpSpPr/>
            <p:nvPr/>
          </p:nvGrpSpPr>
          <p:grpSpPr>
            <a:xfrm>
              <a:off x="3200400" y="2057400"/>
              <a:ext cx="2194560" cy="1417320"/>
              <a:chOff x="3200400" y="2057400"/>
              <a:chExt cx="2194560" cy="1417320"/>
            </a:xfrm>
          </p:grpSpPr>
          <p:sp>
            <p:nvSpPr>
              <p:cNvPr id="11" name="Rounded Rectangle 10">
                <a:extLst>
                  <a:ext uri="{FF2B5EF4-FFF2-40B4-BE49-F238E27FC236}">
                    <a16:creationId xmlns:a16="http://schemas.microsoft.com/office/drawing/2014/main" id="{19543964-6883-5935-B137-35727C130630}"/>
                  </a:ext>
                </a:extLst>
              </p:cNvPr>
              <p:cNvSpPr/>
              <p:nvPr/>
            </p:nvSpPr>
            <p:spPr>
              <a:xfrm>
                <a:off x="3200400" y="2057400"/>
                <a:ext cx="2194560" cy="1417320"/>
              </a:xfrm>
              <a:prstGeom prst="roundRect">
                <a:avLst/>
              </a:prstGeom>
              <a:solidFill>
                <a:srgbClr val="EFF4F9"/>
              </a:solidFill>
              <a:ln>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D8DFBD28-D18D-65FB-25F4-FE7A8111AF43}"/>
                  </a:ext>
                </a:extLst>
              </p:cNvPr>
              <p:cNvSpPr txBox="1"/>
              <p:nvPr/>
            </p:nvSpPr>
            <p:spPr>
              <a:xfrm>
                <a:off x="3364992" y="2221992"/>
                <a:ext cx="1865376" cy="502920"/>
              </a:xfrm>
              <a:prstGeom prst="rect">
                <a:avLst/>
              </a:prstGeom>
              <a:noFill/>
            </p:spPr>
            <p:txBody>
              <a:bodyPr wrap="square">
                <a:spAutoFit/>
              </a:bodyPr>
              <a:lstStyle/>
              <a:p>
                <a:pPr algn="ctr">
                  <a:spcAft>
                    <a:spcPts val="500"/>
                  </a:spcAft>
                  <a:defRPr sz="2700" b="1">
                    <a:solidFill>
                      <a:srgbClr val="DAA039"/>
                    </a:solidFill>
                    <a:latin typeface="Aptos"/>
                  </a:defRPr>
                </a:pPr>
                <a:r>
                  <a:rPr lang="en-ZA" dirty="0"/>
                  <a:t>4.94</a:t>
                </a:r>
                <a:endParaRPr dirty="0"/>
              </a:p>
            </p:txBody>
          </p:sp>
          <p:sp>
            <p:nvSpPr>
              <p:cNvPr id="13" name="TextBox 12">
                <a:extLst>
                  <a:ext uri="{FF2B5EF4-FFF2-40B4-BE49-F238E27FC236}">
                    <a16:creationId xmlns:a16="http://schemas.microsoft.com/office/drawing/2014/main" id="{10F0BF0E-C399-6255-B44C-535ABC7699B4}"/>
                  </a:ext>
                </a:extLst>
              </p:cNvPr>
              <p:cNvSpPr txBox="1"/>
              <p:nvPr/>
            </p:nvSpPr>
            <p:spPr>
              <a:xfrm>
                <a:off x="3337560" y="2807208"/>
                <a:ext cx="1920240" cy="594360"/>
              </a:xfrm>
              <a:prstGeom prst="rect">
                <a:avLst/>
              </a:prstGeom>
              <a:noFill/>
            </p:spPr>
            <p:txBody>
              <a:bodyPr wrap="square">
                <a:spAutoFit/>
              </a:bodyPr>
              <a:lstStyle/>
              <a:p>
                <a:pPr algn="ctr">
                  <a:spcAft>
                    <a:spcPts val="500"/>
                  </a:spcAft>
                  <a:defRPr sz="1200" b="0">
                    <a:solidFill>
                      <a:srgbClr val="272F3A"/>
                    </a:solidFill>
                    <a:latin typeface="Aptos"/>
                  </a:defRPr>
                </a:pPr>
                <a:r>
                  <a:rPr dirty="0"/>
                  <a:t>Previously reported maximum error</a:t>
                </a:r>
              </a:p>
            </p:txBody>
          </p:sp>
        </p:grpSp>
      </p:grpSp>
      <p:sp>
        <p:nvSpPr>
          <p:cNvPr id="14" name="TextBox 13">
            <a:extLst>
              <a:ext uri="{FF2B5EF4-FFF2-40B4-BE49-F238E27FC236}">
                <a16:creationId xmlns:a16="http://schemas.microsoft.com/office/drawing/2014/main" id="{BA686579-A89C-1F70-9E48-2ECE38463AD7}"/>
              </a:ext>
            </a:extLst>
          </p:cNvPr>
          <p:cNvSpPr txBox="1"/>
          <p:nvPr/>
        </p:nvSpPr>
        <p:spPr>
          <a:xfrm>
            <a:off x="868680" y="3703320"/>
            <a:ext cx="4754880" cy="553998"/>
          </a:xfrm>
          <a:prstGeom prst="rect">
            <a:avLst/>
          </a:prstGeom>
          <a:noFill/>
        </p:spPr>
        <p:txBody>
          <a:bodyPr wrap="square">
            <a:spAutoFit/>
          </a:bodyPr>
          <a:lstStyle/>
          <a:p>
            <a:pPr>
              <a:spcAft>
                <a:spcPts val="500"/>
              </a:spcAft>
              <a:defRPr sz="1500" b="0">
                <a:solidFill>
                  <a:srgbClr val="272F3A"/>
                </a:solidFill>
                <a:latin typeface="Aptos"/>
              </a:defRPr>
            </a:pPr>
            <a:r>
              <a:rPr lang="en-GB" dirty="0"/>
              <a:t>1249</a:t>
            </a:r>
            <a:r>
              <a:rPr dirty="0"/>
              <a:t> of </a:t>
            </a:r>
            <a:r>
              <a:rPr lang="en-GB" dirty="0"/>
              <a:t>2</a:t>
            </a:r>
            <a:r>
              <a:rPr dirty="0"/>
              <a:t>,004 observations were reported below an error of 1 (≈62.</a:t>
            </a:r>
            <a:r>
              <a:rPr lang="en-GB" dirty="0"/>
              <a:t>4</a:t>
            </a:r>
            <a:r>
              <a:rPr dirty="0"/>
              <a:t>%). Verify this uses absolute error.</a:t>
            </a:r>
          </a:p>
        </p:txBody>
      </p:sp>
      <p:sp>
        <p:nvSpPr>
          <p:cNvPr id="15" name="TextBox 14">
            <a:extLst>
              <a:ext uri="{FF2B5EF4-FFF2-40B4-BE49-F238E27FC236}">
                <a16:creationId xmlns:a16="http://schemas.microsoft.com/office/drawing/2014/main" id="{A0F4AFE8-E759-E418-AF6D-4BFC626E98AC}"/>
              </a:ext>
            </a:extLst>
          </p:cNvPr>
          <p:cNvSpPr txBox="1"/>
          <p:nvPr/>
        </p:nvSpPr>
        <p:spPr>
          <a:xfrm>
            <a:off x="6217920" y="1600200"/>
            <a:ext cx="5029200" cy="411480"/>
          </a:xfrm>
          <a:prstGeom prst="rect">
            <a:avLst/>
          </a:prstGeom>
          <a:noFill/>
        </p:spPr>
        <p:txBody>
          <a:bodyPr wrap="square">
            <a:spAutoFit/>
          </a:bodyPr>
          <a:lstStyle/>
          <a:p>
            <a:pPr>
              <a:spcAft>
                <a:spcPts val="500"/>
              </a:spcAft>
              <a:defRPr sz="1200" b="1">
                <a:solidFill>
                  <a:srgbClr val="25827D"/>
                </a:solidFill>
                <a:latin typeface="Aptos"/>
              </a:defRPr>
            </a:pPr>
            <a:r>
              <a:t>DIAGNOSTICS TO SHOW</a:t>
            </a:r>
          </a:p>
        </p:txBody>
      </p:sp>
      <p:sp>
        <p:nvSpPr>
          <p:cNvPr id="16" name="TextBox 15">
            <a:extLst>
              <a:ext uri="{FF2B5EF4-FFF2-40B4-BE49-F238E27FC236}">
                <a16:creationId xmlns:a16="http://schemas.microsoft.com/office/drawing/2014/main" id="{A65C4C3F-86BC-9862-5204-BBC3F9871085}"/>
              </a:ext>
            </a:extLst>
          </p:cNvPr>
          <p:cNvSpPr txBox="1"/>
          <p:nvPr/>
        </p:nvSpPr>
        <p:spPr>
          <a:xfrm>
            <a:off x="6217920" y="2057400"/>
            <a:ext cx="5029200" cy="1554272"/>
          </a:xfrm>
          <a:prstGeom prst="rect">
            <a:avLst/>
          </a:prstGeom>
          <a:noFill/>
        </p:spPr>
        <p:txBody>
          <a:bodyPr wrap="square">
            <a:spAutoFit/>
          </a:bodyPr>
          <a:lstStyle/>
          <a:p>
            <a:pPr>
              <a:spcAft>
                <a:spcPts val="900"/>
              </a:spcAft>
              <a:defRPr sz="1600">
                <a:solidFill>
                  <a:srgbClr val="272F3A"/>
                </a:solidFill>
                <a:latin typeface="Aptos"/>
              </a:defRPr>
            </a:pPr>
            <a:r>
              <a:rPr dirty="0"/>
              <a:t>•  Residuals vs fitted: look for random scatter around zero.</a:t>
            </a:r>
          </a:p>
          <a:p>
            <a:pPr>
              <a:spcAft>
                <a:spcPts val="900"/>
              </a:spcAft>
              <a:defRPr sz="1600">
                <a:solidFill>
                  <a:srgbClr val="272F3A"/>
                </a:solidFill>
                <a:latin typeface="Aptos"/>
              </a:defRPr>
            </a:pPr>
            <a:r>
              <a:rPr dirty="0"/>
              <a:t>•  Normal Q–Q plot: assess residual-tail departures.</a:t>
            </a:r>
          </a:p>
          <a:p>
            <a:pPr>
              <a:spcAft>
                <a:spcPts val="900"/>
              </a:spcAft>
              <a:defRPr sz="1600">
                <a:solidFill>
                  <a:srgbClr val="272F3A"/>
                </a:solidFill>
                <a:latin typeface="Aptos"/>
              </a:defRPr>
            </a:pPr>
            <a:r>
              <a:rPr dirty="0"/>
              <a:t>•  Shapiro–Wilk: W = 0.</a:t>
            </a:r>
            <a:r>
              <a:rPr lang="en-ZA" dirty="0"/>
              <a:t> 94875</a:t>
            </a:r>
            <a:r>
              <a:rPr dirty="0"/>
              <a:t>, p ≈ </a:t>
            </a:r>
            <a:r>
              <a:rPr lang="en-ZA" dirty="0"/>
              <a:t>7.3782</a:t>
            </a:r>
            <a:r>
              <a:rPr dirty="0"/>
              <a:t>× 10</a:t>
            </a:r>
            <a:r>
              <a:rPr lang="en-GB" baseline="30000" dirty="0"/>
              <a:t>-29</a:t>
            </a:r>
            <a:r>
              <a:rPr dirty="0"/>
              <a:t>, if applied to residuals.</a:t>
            </a:r>
          </a:p>
        </p:txBody>
      </p:sp>
      <p:sp>
        <p:nvSpPr>
          <p:cNvPr id="17" name="TextBox 16">
            <a:extLst>
              <a:ext uri="{FF2B5EF4-FFF2-40B4-BE49-F238E27FC236}">
                <a16:creationId xmlns:a16="http://schemas.microsoft.com/office/drawing/2014/main" id="{100910FF-B01D-BF03-6D68-A51950AB994C}"/>
              </a:ext>
            </a:extLst>
          </p:cNvPr>
          <p:cNvSpPr txBox="1"/>
          <p:nvPr/>
        </p:nvSpPr>
        <p:spPr>
          <a:xfrm>
            <a:off x="6217920" y="4754880"/>
            <a:ext cx="4892040" cy="594360"/>
          </a:xfrm>
          <a:prstGeom prst="rect">
            <a:avLst/>
          </a:prstGeom>
          <a:noFill/>
        </p:spPr>
        <p:txBody>
          <a:bodyPr wrap="square">
            <a:spAutoFit/>
          </a:bodyPr>
          <a:lstStyle/>
          <a:p>
            <a:pPr>
              <a:spcAft>
                <a:spcPts val="500"/>
              </a:spcAft>
              <a:defRPr sz="1300" b="0">
                <a:solidFill>
                  <a:srgbClr val="5F6C7A"/>
                </a:solidFill>
                <a:latin typeface="Aptos"/>
              </a:defRPr>
            </a:pPr>
            <a:r>
              <a:t>Large samples make normality tests sensitive; inspect plots and check unequal residual variance.</a:t>
            </a:r>
          </a:p>
        </p:txBody>
      </p:sp>
    </p:spTree>
    <p:extLst>
      <p:ext uri="{BB962C8B-B14F-4D97-AF65-F5344CB8AC3E}">
        <p14:creationId xmlns:p14="http://schemas.microsoft.com/office/powerpoint/2010/main" val="470299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1" name="Freeform: Shape 10">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024BFAC-058E-7B59-471B-D42D9B98BEAC}"/>
              </a:ext>
            </a:extLst>
          </p:cNvPr>
          <p:cNvPicPr>
            <a:picLocks noChangeAspect="1"/>
          </p:cNvPicPr>
          <p:nvPr/>
        </p:nvPicPr>
        <p:blipFill>
          <a:blip r:embed="rId2"/>
          <a:stretch>
            <a:fillRect/>
          </a:stretch>
        </p:blipFill>
        <p:spPr>
          <a:xfrm>
            <a:off x="2073569" y="643467"/>
            <a:ext cx="8044862" cy="5571065"/>
          </a:xfrm>
          <a:prstGeom prst="rect">
            <a:avLst/>
          </a:prstGeom>
          <a:ln>
            <a:noFill/>
          </a:ln>
        </p:spPr>
      </p:pic>
      <p:sp>
        <p:nvSpPr>
          <p:cNvPr id="5" name="TextBox 4">
            <a:extLst>
              <a:ext uri="{FF2B5EF4-FFF2-40B4-BE49-F238E27FC236}">
                <a16:creationId xmlns:a16="http://schemas.microsoft.com/office/drawing/2014/main" id="{AE2C26EA-809A-4FE5-B390-E1BC00E34370}"/>
              </a:ext>
            </a:extLst>
          </p:cNvPr>
          <p:cNvSpPr txBox="1"/>
          <p:nvPr/>
        </p:nvSpPr>
        <p:spPr>
          <a:xfrm>
            <a:off x="609600" y="80958"/>
            <a:ext cx="10972800" cy="502920"/>
          </a:xfrm>
          <a:prstGeom prst="rect">
            <a:avLst/>
          </a:prstGeom>
          <a:noFill/>
        </p:spPr>
        <p:txBody>
          <a:bodyPr wrap="square">
            <a:spAutoFit/>
          </a:bodyPr>
          <a:lstStyle/>
          <a:p>
            <a:pPr>
              <a:spcAft>
                <a:spcPts val="500"/>
              </a:spcAft>
              <a:defRPr sz="2700" b="1">
                <a:solidFill>
                  <a:srgbClr val="182744"/>
                </a:solidFill>
                <a:latin typeface="Aptos"/>
              </a:defRPr>
            </a:pPr>
            <a:r>
              <a:rPr dirty="0"/>
              <a:t> </a:t>
            </a:r>
            <a:r>
              <a:rPr lang="en-GB" dirty="0"/>
              <a:t>Prediction vs sample to see if linear for test data</a:t>
            </a:r>
            <a:endParaRPr dirty="0"/>
          </a:p>
        </p:txBody>
      </p:sp>
    </p:spTree>
    <p:extLst>
      <p:ext uri="{BB962C8B-B14F-4D97-AF65-F5344CB8AC3E}">
        <p14:creationId xmlns:p14="http://schemas.microsoft.com/office/powerpoint/2010/main" val="1805372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98FDAF82-4FD9-95D2-0735-F4AAF299132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8D65925E-0C54-4809-E2C5-BED5D93836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34624D28-E632-678D-A986-762C44A874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1" name="Freeform: Shape 10">
              <a:extLst>
                <a:ext uri="{FF2B5EF4-FFF2-40B4-BE49-F238E27FC236}">
                  <a16:creationId xmlns:a16="http://schemas.microsoft.com/office/drawing/2014/main" id="{96AFBC40-73A1-2209-2D4C-57F084C1F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45504A2-41DF-46D2-53E9-41B059B11F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09673A24-9481-6C20-504C-1E682C772C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A3BE57DD-9179-700D-EEE4-063515C29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8EB22AD-4669-EEB2-1091-0496D49835EF}"/>
              </a:ext>
            </a:extLst>
          </p:cNvPr>
          <p:cNvSpPr txBox="1"/>
          <p:nvPr/>
        </p:nvSpPr>
        <p:spPr>
          <a:xfrm>
            <a:off x="609600" y="80958"/>
            <a:ext cx="10972800" cy="502920"/>
          </a:xfrm>
          <a:prstGeom prst="rect">
            <a:avLst/>
          </a:prstGeom>
          <a:noFill/>
        </p:spPr>
        <p:txBody>
          <a:bodyPr wrap="square">
            <a:spAutoFit/>
          </a:bodyPr>
          <a:lstStyle/>
          <a:p>
            <a:pPr>
              <a:spcAft>
                <a:spcPts val="500"/>
              </a:spcAft>
              <a:defRPr sz="2700" b="1">
                <a:solidFill>
                  <a:srgbClr val="182744"/>
                </a:solidFill>
                <a:latin typeface="Aptos"/>
              </a:defRPr>
            </a:pPr>
            <a:r>
              <a:rPr dirty="0"/>
              <a:t> </a:t>
            </a:r>
            <a:r>
              <a:rPr lang="en-GB" dirty="0"/>
              <a:t>Prediction vs sample to see if linear for test data</a:t>
            </a:r>
            <a:endParaRPr dirty="0"/>
          </a:p>
        </p:txBody>
      </p:sp>
      <p:pic>
        <p:nvPicPr>
          <p:cNvPr id="13" name="Picture 12">
            <a:extLst>
              <a:ext uri="{FF2B5EF4-FFF2-40B4-BE49-F238E27FC236}">
                <a16:creationId xmlns:a16="http://schemas.microsoft.com/office/drawing/2014/main" id="{5C0EE877-B818-425D-A7A1-99C7311DBBD0}"/>
              </a:ext>
            </a:extLst>
          </p:cNvPr>
          <p:cNvPicPr>
            <a:picLocks noChangeAspect="1"/>
          </p:cNvPicPr>
          <p:nvPr/>
        </p:nvPicPr>
        <p:blipFill>
          <a:blip r:embed="rId2"/>
          <a:stretch>
            <a:fillRect/>
          </a:stretch>
        </p:blipFill>
        <p:spPr>
          <a:xfrm>
            <a:off x="325639" y="1226572"/>
            <a:ext cx="5554414" cy="5550470"/>
          </a:xfrm>
          <a:prstGeom prst="rect">
            <a:avLst/>
          </a:prstGeom>
        </p:spPr>
      </p:pic>
      <mc:AlternateContent xmlns:mc="http://schemas.openxmlformats.org/markup-compatibility/2006" xmlns:p14="http://schemas.microsoft.com/office/powerpoint/2010/main">
        <mc:Choice Requires="p14">
          <p:contentPart p14:bwMode="auto" r:id="rId3">
            <p14:nvContentPartPr>
              <p14:cNvPr id="15" name="Ink 14">
                <a:extLst>
                  <a:ext uri="{FF2B5EF4-FFF2-40B4-BE49-F238E27FC236}">
                    <a16:creationId xmlns:a16="http://schemas.microsoft.com/office/drawing/2014/main" id="{0289BDB4-814B-6CE2-43D1-0003F9D61561}"/>
                  </a:ext>
                </a:extLst>
              </p14:cNvPr>
              <p14:cNvContentPartPr/>
              <p14:nvPr/>
            </p14:nvContentPartPr>
            <p14:xfrm>
              <a:off x="3102846" y="2507783"/>
              <a:ext cx="581040" cy="499680"/>
            </p14:xfrm>
          </p:contentPart>
        </mc:Choice>
        <mc:Fallback xmlns="">
          <p:pic>
            <p:nvPicPr>
              <p:cNvPr id="15" name="Ink 14">
                <a:extLst>
                  <a:ext uri="{FF2B5EF4-FFF2-40B4-BE49-F238E27FC236}">
                    <a16:creationId xmlns:a16="http://schemas.microsoft.com/office/drawing/2014/main" id="{0289BDB4-814B-6CE2-43D1-0003F9D61561}"/>
                  </a:ext>
                </a:extLst>
              </p:cNvPr>
              <p:cNvPicPr/>
              <p:nvPr/>
            </p:nvPicPr>
            <p:blipFill>
              <a:blip r:embed="rId4"/>
              <a:stretch>
                <a:fillRect/>
              </a:stretch>
            </p:blipFill>
            <p:spPr>
              <a:xfrm>
                <a:off x="3096726" y="2501663"/>
                <a:ext cx="593280" cy="511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7" name="Ink 16">
                <a:extLst>
                  <a:ext uri="{FF2B5EF4-FFF2-40B4-BE49-F238E27FC236}">
                    <a16:creationId xmlns:a16="http://schemas.microsoft.com/office/drawing/2014/main" id="{53FB1681-3776-BB67-28A3-465F4A6A1A72}"/>
                  </a:ext>
                </a:extLst>
              </p14:cNvPr>
              <p14:cNvContentPartPr/>
              <p14:nvPr/>
            </p14:nvContentPartPr>
            <p14:xfrm>
              <a:off x="9405006" y="3178103"/>
              <a:ext cx="360" cy="360"/>
            </p14:xfrm>
          </p:contentPart>
        </mc:Choice>
        <mc:Fallback xmlns="">
          <p:pic>
            <p:nvPicPr>
              <p:cNvPr id="17" name="Ink 16">
                <a:extLst>
                  <a:ext uri="{FF2B5EF4-FFF2-40B4-BE49-F238E27FC236}">
                    <a16:creationId xmlns:a16="http://schemas.microsoft.com/office/drawing/2014/main" id="{53FB1681-3776-BB67-28A3-465F4A6A1A72}"/>
                  </a:ext>
                </a:extLst>
              </p:cNvPr>
              <p:cNvPicPr/>
              <p:nvPr/>
            </p:nvPicPr>
            <p:blipFill>
              <a:blip r:embed="rId6"/>
              <a:stretch>
                <a:fillRect/>
              </a:stretch>
            </p:blipFill>
            <p:spPr>
              <a:xfrm>
                <a:off x="9398886" y="317198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8" name="Ink 17">
                <a:extLst>
                  <a:ext uri="{FF2B5EF4-FFF2-40B4-BE49-F238E27FC236}">
                    <a16:creationId xmlns:a16="http://schemas.microsoft.com/office/drawing/2014/main" id="{C8F75C70-35D2-065D-D921-0DD6C98448EE}"/>
                  </a:ext>
                </a:extLst>
              </p14:cNvPr>
              <p14:cNvContentPartPr/>
              <p14:nvPr/>
            </p14:nvContentPartPr>
            <p14:xfrm>
              <a:off x="10232286" y="3628103"/>
              <a:ext cx="360" cy="360"/>
            </p14:xfrm>
          </p:contentPart>
        </mc:Choice>
        <mc:Fallback xmlns="">
          <p:pic>
            <p:nvPicPr>
              <p:cNvPr id="18" name="Ink 17">
                <a:extLst>
                  <a:ext uri="{FF2B5EF4-FFF2-40B4-BE49-F238E27FC236}">
                    <a16:creationId xmlns:a16="http://schemas.microsoft.com/office/drawing/2014/main" id="{C8F75C70-35D2-065D-D921-0DD6C98448EE}"/>
                  </a:ext>
                </a:extLst>
              </p:cNvPr>
              <p:cNvPicPr/>
              <p:nvPr/>
            </p:nvPicPr>
            <p:blipFill>
              <a:blip r:embed="rId6"/>
              <a:stretch>
                <a:fillRect/>
              </a:stretch>
            </p:blipFill>
            <p:spPr>
              <a:xfrm>
                <a:off x="10226166" y="3621983"/>
                <a:ext cx="12600" cy="12600"/>
              </a:xfrm>
              <a:prstGeom prst="rect">
                <a:avLst/>
              </a:prstGeom>
            </p:spPr>
          </p:pic>
        </mc:Fallback>
      </mc:AlternateContent>
      <p:pic>
        <p:nvPicPr>
          <p:cNvPr id="20" name="Picture 19">
            <a:extLst>
              <a:ext uri="{FF2B5EF4-FFF2-40B4-BE49-F238E27FC236}">
                <a16:creationId xmlns:a16="http://schemas.microsoft.com/office/drawing/2014/main" id="{5EBB18A5-7CDE-B32A-8C6D-FADE340F3F84}"/>
              </a:ext>
            </a:extLst>
          </p:cNvPr>
          <p:cNvPicPr>
            <a:picLocks noChangeAspect="1"/>
          </p:cNvPicPr>
          <p:nvPr/>
        </p:nvPicPr>
        <p:blipFill>
          <a:blip r:embed="rId8"/>
          <a:stretch>
            <a:fillRect/>
          </a:stretch>
        </p:blipFill>
        <p:spPr>
          <a:xfrm>
            <a:off x="6515939" y="1262225"/>
            <a:ext cx="4972306" cy="5550470"/>
          </a:xfrm>
          <a:prstGeom prst="rect">
            <a:avLst/>
          </a:prstGeom>
        </p:spPr>
      </p:pic>
      <p:sp>
        <p:nvSpPr>
          <p:cNvPr id="21" name="TextBox 20">
            <a:extLst>
              <a:ext uri="{FF2B5EF4-FFF2-40B4-BE49-F238E27FC236}">
                <a16:creationId xmlns:a16="http://schemas.microsoft.com/office/drawing/2014/main" id="{66360FBA-9C9C-1471-5267-EDB65B380485}"/>
              </a:ext>
            </a:extLst>
          </p:cNvPr>
          <p:cNvSpPr txBox="1"/>
          <p:nvPr/>
        </p:nvSpPr>
        <p:spPr>
          <a:xfrm>
            <a:off x="900167" y="790396"/>
            <a:ext cx="4630058" cy="584775"/>
          </a:xfrm>
          <a:prstGeom prst="rect">
            <a:avLst/>
          </a:prstGeom>
          <a:noFill/>
        </p:spPr>
        <p:txBody>
          <a:bodyPr wrap="square" rtlCol="0">
            <a:spAutoFit/>
          </a:bodyPr>
          <a:lstStyle/>
          <a:p>
            <a:pPr algn="ctr"/>
            <a:r>
              <a:rPr lang="en-GB" sz="3200" b="1" dirty="0"/>
              <a:t>Train data</a:t>
            </a:r>
            <a:endParaRPr lang="en-ZA" sz="3200" b="1" dirty="0"/>
          </a:p>
        </p:txBody>
      </p:sp>
      <p:sp>
        <p:nvSpPr>
          <p:cNvPr id="23" name="TextBox 22">
            <a:extLst>
              <a:ext uri="{FF2B5EF4-FFF2-40B4-BE49-F238E27FC236}">
                <a16:creationId xmlns:a16="http://schemas.microsoft.com/office/drawing/2014/main" id="{51F80270-6DF2-C878-0B6C-5A3C5B7B145E}"/>
              </a:ext>
            </a:extLst>
          </p:cNvPr>
          <p:cNvSpPr txBox="1"/>
          <p:nvPr/>
        </p:nvSpPr>
        <p:spPr>
          <a:xfrm>
            <a:off x="6687063" y="847588"/>
            <a:ext cx="4630058" cy="584775"/>
          </a:xfrm>
          <a:prstGeom prst="rect">
            <a:avLst/>
          </a:prstGeom>
          <a:noFill/>
        </p:spPr>
        <p:txBody>
          <a:bodyPr wrap="square" rtlCol="0">
            <a:spAutoFit/>
          </a:bodyPr>
          <a:lstStyle/>
          <a:p>
            <a:pPr algn="ctr"/>
            <a:r>
              <a:rPr lang="en-GB" sz="3200" b="1" dirty="0"/>
              <a:t>Test  data</a:t>
            </a:r>
            <a:endParaRPr lang="en-ZA" sz="3200" b="1" dirty="0"/>
          </a:p>
        </p:txBody>
      </p:sp>
    </p:spTree>
    <p:extLst>
      <p:ext uri="{BB962C8B-B14F-4D97-AF65-F5344CB8AC3E}">
        <p14:creationId xmlns:p14="http://schemas.microsoft.com/office/powerpoint/2010/main" val="3963933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10972800" cy="502920"/>
          </a:xfrm>
          <a:prstGeom prst="rect">
            <a:avLst/>
          </a:prstGeom>
          <a:noFill/>
        </p:spPr>
        <p:txBody>
          <a:bodyPr wrap="square">
            <a:spAutoFit/>
          </a:bodyPr>
          <a:lstStyle/>
          <a:p>
            <a:pPr>
              <a:spcAft>
                <a:spcPts val="500"/>
              </a:spcAft>
              <a:defRPr sz="2700" b="1">
                <a:solidFill>
                  <a:srgbClr val="182744"/>
                </a:solidFill>
                <a:latin typeface="Aptos"/>
              </a:defRPr>
            </a:pPr>
            <a:r>
              <a:rPr dirty="0"/>
              <a:t>5. Credit-risk implications </a:t>
            </a:r>
          </a:p>
        </p:txBody>
      </p:sp>
      <p:sp>
        <p:nvSpPr>
          <p:cNvPr id="4" name="TextBox 3"/>
          <p:cNvSpPr txBox="1"/>
          <p:nvPr/>
        </p:nvSpPr>
        <p:spPr>
          <a:xfrm>
            <a:off x="621792" y="896112"/>
            <a:ext cx="10972800" cy="320040"/>
          </a:xfrm>
          <a:prstGeom prst="rect">
            <a:avLst/>
          </a:prstGeom>
          <a:noFill/>
        </p:spPr>
        <p:txBody>
          <a:bodyPr wrap="square">
            <a:spAutoFit/>
          </a:bodyPr>
          <a:lstStyle/>
          <a:p>
            <a:pPr>
              <a:spcAft>
                <a:spcPts val="500"/>
              </a:spcAft>
              <a:defRPr sz="1100" b="0">
                <a:solidFill>
                  <a:srgbClr val="5F6C7A"/>
                </a:solidFill>
                <a:latin typeface="Aptos"/>
              </a:defRPr>
            </a:pPr>
            <a:r>
              <a:t>A useful modelling result still needs validation and governance</a:t>
            </a:r>
          </a:p>
        </p:txBody>
      </p:sp>
      <p:sp>
        <p:nvSpPr>
          <p:cNvPr id="5" name="Rectangle 4"/>
          <p:cNvSpPr/>
          <p:nvPr/>
        </p:nvSpPr>
        <p:spPr>
          <a:xfrm>
            <a:off x="621792" y="1261872"/>
            <a:ext cx="1005840" cy="54864"/>
          </a:xfrm>
          <a:prstGeom prst="rect">
            <a:avLst/>
          </a:prstGeom>
          <a:solidFill>
            <a:srgbClr val="25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92840" y="6473952"/>
            <a:ext cx="411480" cy="182880"/>
          </a:xfrm>
          <a:prstGeom prst="rect">
            <a:avLst/>
          </a:prstGeom>
          <a:noFill/>
        </p:spPr>
        <p:txBody>
          <a:bodyPr wrap="square">
            <a:spAutoFit/>
          </a:bodyPr>
          <a:lstStyle/>
          <a:p>
            <a:pPr algn="r">
              <a:spcAft>
                <a:spcPts val="500"/>
              </a:spcAft>
              <a:defRPr sz="900" b="0">
                <a:solidFill>
                  <a:srgbClr val="5F6C7A"/>
                </a:solidFill>
                <a:latin typeface="Aptos"/>
              </a:defRPr>
            </a:pPr>
            <a:r>
              <a:t>6</a:t>
            </a:r>
          </a:p>
        </p:txBody>
      </p:sp>
      <p:sp>
        <p:nvSpPr>
          <p:cNvPr id="7" name="TextBox 6"/>
          <p:cNvSpPr txBox="1"/>
          <p:nvPr/>
        </p:nvSpPr>
        <p:spPr>
          <a:xfrm>
            <a:off x="4987290" y="1645920"/>
            <a:ext cx="4937760" cy="411480"/>
          </a:xfrm>
          <a:prstGeom prst="rect">
            <a:avLst/>
          </a:prstGeom>
          <a:noFill/>
        </p:spPr>
        <p:txBody>
          <a:bodyPr wrap="square">
            <a:spAutoFit/>
          </a:bodyPr>
          <a:lstStyle/>
          <a:p>
            <a:pPr>
              <a:spcAft>
                <a:spcPts val="500"/>
              </a:spcAft>
              <a:defRPr sz="1200" b="1">
                <a:solidFill>
                  <a:srgbClr val="25827D"/>
                </a:solidFill>
                <a:latin typeface="Aptos"/>
              </a:defRPr>
            </a:pPr>
            <a:r>
              <a:t>WHAT WE CAN SAY</a:t>
            </a:r>
          </a:p>
        </p:txBody>
      </p:sp>
      <p:sp>
        <p:nvSpPr>
          <p:cNvPr id="8" name="TextBox 7"/>
          <p:cNvSpPr txBox="1"/>
          <p:nvPr/>
        </p:nvSpPr>
        <p:spPr>
          <a:xfrm>
            <a:off x="3246120" y="2194560"/>
            <a:ext cx="4937760" cy="2468880"/>
          </a:xfrm>
          <a:prstGeom prst="rect">
            <a:avLst/>
          </a:prstGeom>
          <a:noFill/>
        </p:spPr>
        <p:txBody>
          <a:bodyPr wrap="square">
            <a:spAutoFit/>
          </a:bodyPr>
          <a:lstStyle/>
          <a:p>
            <a:pPr>
              <a:spcAft>
                <a:spcPts val="900"/>
              </a:spcAft>
              <a:defRPr sz="1700">
                <a:solidFill>
                  <a:srgbClr val="272F3A"/>
                </a:solidFill>
                <a:latin typeface="Aptos"/>
              </a:defRPr>
            </a:pPr>
            <a:r>
              <a:rPr dirty="0"/>
              <a:t>•  The model has high in-sample explanatory power.</a:t>
            </a:r>
          </a:p>
          <a:p>
            <a:pPr>
              <a:spcAft>
                <a:spcPts val="900"/>
              </a:spcAft>
              <a:defRPr sz="1700">
                <a:solidFill>
                  <a:srgbClr val="272F3A"/>
                </a:solidFill>
                <a:latin typeface="Aptos"/>
              </a:defRPr>
            </a:pPr>
            <a:r>
              <a:rPr dirty="0"/>
              <a:t>•  Several numerical and categorical predictors are statistically significant.</a:t>
            </a:r>
          </a:p>
          <a:p>
            <a:pPr>
              <a:spcAft>
                <a:spcPts val="900"/>
              </a:spcAft>
              <a:defRPr sz="1700">
                <a:solidFill>
                  <a:srgbClr val="272F3A"/>
                </a:solidFill>
                <a:latin typeface="Aptos"/>
              </a:defRPr>
            </a:pPr>
            <a:r>
              <a:rPr dirty="0"/>
              <a:t>•  Results can help explore pricing patterns and relationships in the dataset.</a:t>
            </a:r>
          </a:p>
        </p:txBody>
      </p:sp>
      <p:sp>
        <p:nvSpPr>
          <p:cNvPr id="11" name="TextBox 10"/>
          <p:cNvSpPr txBox="1"/>
          <p:nvPr/>
        </p:nvSpPr>
        <p:spPr>
          <a:xfrm>
            <a:off x="822960" y="5669280"/>
            <a:ext cx="10424160" cy="411480"/>
          </a:xfrm>
          <a:prstGeom prst="rect">
            <a:avLst/>
          </a:prstGeom>
          <a:noFill/>
        </p:spPr>
        <p:txBody>
          <a:bodyPr wrap="square">
            <a:spAutoFit/>
          </a:bodyPr>
          <a:lstStyle/>
          <a:p>
            <a:pPr>
              <a:spcAft>
                <a:spcPts val="500"/>
              </a:spcAft>
              <a:defRPr sz="1600" b="1">
                <a:solidFill>
                  <a:srgbClr val="182744"/>
                </a:solidFill>
                <a:latin typeface="Aptos"/>
              </a:defRPr>
            </a:pPr>
            <a:r>
              <a:t>Bottom line: promising fit; validate generalisation and risk controls before operational use.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EB7D930-7BFC-9E3E-D9CF-C54897FB9CDE}"/>
              </a:ext>
            </a:extLst>
          </p:cNvPr>
          <p:cNvPicPr>
            <a:picLocks noChangeAspect="1"/>
          </p:cNvPicPr>
          <p:nvPr/>
        </p:nvPicPr>
        <p:blipFill>
          <a:blip r:embed="rId2">
            <a:alphaModFix amt="50000"/>
          </a:blip>
          <a:srcRect r="11555" b="-1"/>
          <a:stretch>
            <a:fillRect/>
          </a:stretch>
        </p:blipFill>
        <p:spPr>
          <a:xfrm>
            <a:off x="-2308840" y="-1"/>
            <a:ext cx="12191980" cy="6857999"/>
          </a:xfrm>
          <a:prstGeom prst="rect">
            <a:avLst/>
          </a:prstGeom>
        </p:spPr>
      </p:pic>
      <p:sp>
        <p:nvSpPr>
          <p:cNvPr id="3" name="TextBox 2">
            <a:extLst>
              <a:ext uri="{FF2B5EF4-FFF2-40B4-BE49-F238E27FC236}">
                <a16:creationId xmlns:a16="http://schemas.microsoft.com/office/drawing/2014/main" id="{9A3B0687-4F23-5180-5681-EDB1ACB7FA2D}"/>
              </a:ext>
            </a:extLst>
          </p:cNvPr>
          <p:cNvSpPr txBox="1"/>
          <p:nvPr/>
        </p:nvSpPr>
        <p:spPr>
          <a:xfrm>
            <a:off x="1524000" y="1122362"/>
            <a:ext cx="9144000" cy="2900518"/>
          </a:xfrm>
          <a:prstGeom prst="rect">
            <a:avLst/>
          </a:prstGeom>
        </p:spPr>
        <p:txBody>
          <a:bodyPr vert="horz" lIns="91440" tIns="45720" rIns="91440" bIns="45720" rtlCol="0" anchor="b">
            <a:normAutofit/>
          </a:bodyPr>
          <a:lstStyle/>
          <a:p>
            <a:pPr algn="ctr" defTabSz="914400">
              <a:lnSpc>
                <a:spcPct val="90000"/>
              </a:lnSpc>
              <a:spcBef>
                <a:spcPct val="0"/>
              </a:spcBef>
              <a:spcAft>
                <a:spcPts val="500"/>
              </a:spcAft>
              <a:defRPr sz="2700" b="1">
                <a:solidFill>
                  <a:srgbClr val="182744"/>
                </a:solidFill>
                <a:latin typeface="Aptos"/>
              </a:defRPr>
            </a:pPr>
            <a:r>
              <a:rPr lang="en-US" sz="6000" dirty="0">
                <a:solidFill>
                  <a:srgbClr val="FFFFFF"/>
                </a:solidFill>
                <a:latin typeface="+mj-lt"/>
                <a:ea typeface="+mj-ea"/>
                <a:cs typeface="+mj-cs"/>
              </a:rPr>
              <a:t>6. How the params work</a:t>
            </a:r>
          </a:p>
          <a:p>
            <a:pPr algn="ctr" defTabSz="914400">
              <a:lnSpc>
                <a:spcPct val="90000"/>
              </a:lnSpc>
              <a:spcBef>
                <a:spcPct val="0"/>
              </a:spcBef>
              <a:spcAft>
                <a:spcPts val="500"/>
              </a:spcAft>
              <a:defRPr sz="2700" b="1">
                <a:solidFill>
                  <a:srgbClr val="182744"/>
                </a:solidFill>
                <a:latin typeface="Aptos"/>
              </a:defRPr>
            </a:pPr>
            <a:endParaRPr lang="en-US" sz="6000" dirty="0">
              <a:solidFill>
                <a:srgbClr val="FFFFFF"/>
              </a:solidFill>
              <a:latin typeface="+mj-lt"/>
              <a:ea typeface="+mj-ea"/>
              <a:cs typeface="+mj-cs"/>
            </a:endParaRPr>
          </a:p>
        </p:txBody>
      </p:sp>
    </p:spTree>
    <p:extLst>
      <p:ext uri="{BB962C8B-B14F-4D97-AF65-F5344CB8AC3E}">
        <p14:creationId xmlns:p14="http://schemas.microsoft.com/office/powerpoint/2010/main" val="227711174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2995</TotalTime>
  <Words>1297</Words>
  <Application>Microsoft Office PowerPoint</Application>
  <PresentationFormat>Widescreen</PresentationFormat>
  <Paragraphs>128</Paragraphs>
  <Slides>13</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Malan</dc:creator>
  <cp:keywords/>
  <dc:description>generated using python-pptx</dc:description>
  <cp:lastModifiedBy>Louis-Bosch Malan</cp:lastModifiedBy>
  <cp:revision>2</cp:revision>
  <dcterms:created xsi:type="dcterms:W3CDTF">2013-01-27T09:14:16Z</dcterms:created>
  <dcterms:modified xsi:type="dcterms:W3CDTF">2026-10-15T14:37:25Z</dcterms:modified>
  <cp:category/>
</cp:coreProperties>
</file>